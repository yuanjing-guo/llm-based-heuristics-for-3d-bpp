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74" r:id="rId5"/>
    <p:sldId id="275" r:id="rId6"/>
    <p:sldId id="276" r:id="rId7"/>
    <p:sldId id="279" r:id="rId8"/>
    <p:sldId id="278" r:id="rId9"/>
    <p:sldId id="305" r:id="rId10"/>
    <p:sldId id="281" r:id="rId11"/>
    <p:sldId id="294" r:id="rId12"/>
    <p:sldId id="297" r:id="rId13"/>
    <p:sldId id="298" r:id="rId14"/>
    <p:sldId id="299" r:id="rId15"/>
    <p:sldId id="292" r:id="rId16"/>
    <p:sldId id="300" r:id="rId17"/>
    <p:sldId id="302" r:id="rId18"/>
    <p:sldId id="303" r:id="rId19"/>
    <p:sldId id="304" r:id="rId20"/>
    <p:sldId id="295" r:id="rId21"/>
    <p:sldId id="293" r:id="rId22"/>
    <p:sldId id="268" r:id="rId23"/>
    <p:sldId id="280" r:id="rId24"/>
    <p:sldId id="257" r:id="rId25"/>
  </p:sldIdLst>
  <p:sldSz cx="12192000" cy="6858000"/>
  <p:notesSz cx="6958013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7307" autoAdjust="0"/>
  </p:normalViewPr>
  <p:slideViewPr>
    <p:cSldViewPr showGuides="1">
      <p:cViewPr varScale="1">
        <p:scale>
          <a:sx n="102" d="100"/>
          <a:sy n="102" d="100"/>
        </p:scale>
        <p:origin x="97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108" d="100"/>
          <a:sy n="108" d="100"/>
        </p:scale>
        <p:origin x="5280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Kopfzeilenplatzhalter 1">
            <a:extLst>
              <a:ext uri="{FF2B5EF4-FFF2-40B4-BE49-F238E27FC236}">
                <a16:creationId xmlns:a16="http://schemas.microsoft.com/office/drawing/2014/main" id="{7021594F-60AF-5030-27F4-B919E0755C05}"/>
              </a:ext>
            </a:extLst>
          </p:cNvPr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Datumsplatzhalter 2">
            <a:extLst>
              <a:ext uri="{FF2B5EF4-FFF2-40B4-BE49-F238E27FC236}">
                <a16:creationId xmlns:a16="http://schemas.microsoft.com/office/drawing/2014/main" id="{45C4C54D-5268-2170-0B7D-70659D206B08}"/>
              </a:ext>
            </a:extLst>
          </p:cNvPr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A7568FAF-32D5-F797-5874-241DEBC3A7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Foliennummernplatzhalter 6">
            <a:extLst>
              <a:ext uri="{FF2B5EF4-FFF2-40B4-BE49-F238E27FC236}">
                <a16:creationId xmlns:a16="http://schemas.microsoft.com/office/drawing/2014/main" id="{6A11AFD2-EF91-BDDC-349A-DB1934250B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61043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704" userDrawn="1">
          <p15:clr>
            <a:srgbClr val="F26B43"/>
          </p15:clr>
        </p15:guide>
        <p15:guide id="2" pos="219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gray">
          <a:xfrm>
            <a:off x="184640" y="0"/>
            <a:ext cx="5886653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gray">
          <a:xfrm>
            <a:off x="6071293" y="0"/>
            <a:ext cx="700471" cy="499091"/>
          </a:xfrm>
          <a:prstGeom prst="rect">
            <a:avLst/>
          </a:prstGeom>
        </p:spPr>
        <p:txBody>
          <a:bodyPr vert="horz" lIns="0" tIns="144000" rIns="0" bIns="0" rtlCol="0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0530C102-DC59-4ADF-BCE9-B21E5AA1F1ED}" type="datetimeFigureOut">
              <a:rPr lang="en-US" smtClean="0"/>
              <a:pPr/>
              <a:t>12/29/2025</a:t>
            </a:fld>
            <a:endParaRPr lang="en-US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184640" y="499091"/>
            <a:ext cx="6588732" cy="3707147"/>
          </a:xfrm>
          <a:prstGeom prst="rect">
            <a:avLst/>
          </a:prstGeom>
          <a:noFill/>
          <a:ln w="6350">
            <a:solidFill>
              <a:schemeClr val="bg2"/>
            </a:solidFill>
          </a:ln>
        </p:spPr>
        <p:txBody>
          <a:bodyPr vert="horz" lIns="96597" tIns="48299" rIns="96597" bIns="48299" rtlCol="0" anchor="ctr"/>
          <a:lstStyle/>
          <a:p>
            <a:endParaRPr lang="en-US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gray">
          <a:xfrm>
            <a:off x="192088" y="4398211"/>
            <a:ext cx="6581284" cy="4679883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6"/>
            <a:r>
              <a:rPr lang="en-US" dirty="0"/>
              <a:t>Eighth level</a:t>
            </a:r>
          </a:p>
          <a:p>
            <a:pPr lvl="7"/>
            <a:r>
              <a:rPr lang="en-US" dirty="0"/>
              <a:t>Ninth level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gray">
          <a:xfrm>
            <a:off x="184640" y="9448185"/>
            <a:ext cx="5886653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l">
              <a:defRPr sz="7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gray">
          <a:xfrm>
            <a:off x="6071293" y="9448185"/>
            <a:ext cx="700471" cy="499090"/>
          </a:xfrm>
          <a:prstGeom prst="rect">
            <a:avLst/>
          </a:prstGeom>
        </p:spPr>
        <p:txBody>
          <a:bodyPr vert="horz" lIns="0" tIns="0" rIns="0" bIns="144000" rtlCol="0" anchor="b"/>
          <a:lstStyle>
            <a:lvl1pPr algn="r">
              <a:defRPr sz="700">
                <a:solidFill>
                  <a:schemeClr val="bg2"/>
                </a:solidFill>
              </a:defRPr>
            </a:lvl1pPr>
          </a:lstStyle>
          <a:p>
            <a:fld id="{8D601724-35E3-4B40-B93F-B7E192B7FF5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57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1200" kern="1200">
        <a:solidFill>
          <a:srgbClr val="000000"/>
        </a:solidFill>
        <a:latin typeface="+mn-lt"/>
        <a:ea typeface="+mn-ea"/>
        <a:cs typeface="+mn-cs"/>
      </a:defRPr>
    </a:lvl1pPr>
    <a:lvl2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Wingdings" panose="05000000000000000000" pitchFamily="2" charset="2"/>
      <a:buChar char="§"/>
      <a:defRPr sz="1200" kern="1200">
        <a:solidFill>
          <a:srgbClr val="000000"/>
        </a:solidFill>
        <a:latin typeface="+mn-lt"/>
        <a:ea typeface="+mn-ea"/>
        <a:cs typeface="+mn-cs"/>
      </a:defRPr>
    </a:lvl2pPr>
    <a:lvl3pPr marL="252000" indent="-25200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buClr>
        <a:schemeClr val="accent1"/>
      </a:buClr>
      <a:buFont typeface="+mj-lt"/>
      <a:buAutoNum type="arabicPeriod"/>
      <a:defRPr sz="1200" kern="1200">
        <a:solidFill>
          <a:srgbClr val="000000"/>
        </a:solidFill>
        <a:latin typeface="+mn-lt"/>
        <a:ea typeface="+mn-ea"/>
        <a:cs typeface="+mn-cs"/>
      </a:defRPr>
    </a:lvl3pPr>
    <a:lvl4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Symbol" panose="05050102010706020507" pitchFamily="18" charset="2"/>
      <a:buChar char="-"/>
      <a:defRPr sz="1200" kern="1200">
        <a:solidFill>
          <a:srgbClr val="000000"/>
        </a:solidFill>
        <a:latin typeface="+mn-lt"/>
        <a:ea typeface="+mn-ea"/>
        <a:cs typeface="+mn-cs"/>
      </a:defRPr>
    </a:lvl4pPr>
    <a:lvl5pPr marL="504000" indent="-252000" algn="l" defTabSz="914400" rtl="0" eaLnBrk="1" latinLnBrk="0" hangingPunct="1">
      <a:lnSpc>
        <a:spcPct val="110000"/>
      </a:lnSpc>
      <a:spcBef>
        <a:spcPts val="0"/>
      </a:spcBef>
      <a:spcAft>
        <a:spcPts val="300"/>
      </a:spcAft>
      <a:buClr>
        <a:schemeClr val="accent1"/>
      </a:buClr>
      <a:buFont typeface="+mj-lt"/>
      <a:buAutoNum type="alphaLcPeriod"/>
      <a:defRPr sz="1200" kern="1200">
        <a:solidFill>
          <a:srgbClr val="000000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10000"/>
      </a:lnSpc>
      <a:spcBef>
        <a:spcPts val="1000"/>
      </a:spcBef>
      <a:spcAft>
        <a:spcPts val="600"/>
      </a:spcAft>
      <a:defRPr sz="1600" b="1" kern="1200">
        <a:solidFill>
          <a:schemeClr val="accent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10000"/>
      </a:lnSpc>
      <a:spcBef>
        <a:spcPts val="300"/>
      </a:spcBef>
      <a:spcAft>
        <a:spcPts val="300"/>
      </a:spcAft>
      <a:defRPr sz="800" kern="1200">
        <a:solidFill>
          <a:srgbClr val="000000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772" userDrawn="1">
          <p15:clr>
            <a:srgbClr val="F26B43"/>
          </p15:clr>
        </p15:guide>
        <p15:guide id="2" pos="121" userDrawn="1">
          <p15:clr>
            <a:srgbClr val="F26B43"/>
          </p15:clr>
        </p15:guide>
        <p15:guide id="3" pos="427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509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E0075-5FCB-1356-AC24-5DCDBE125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1EE9FE0-C2FA-AB22-C6C5-B95C2FA7B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61D531F-28B9-42A0-ABFC-CED736942C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8F720D-0704-7D9C-8EC9-26D19B323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97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84150" y="498475"/>
            <a:ext cx="6589713" cy="37084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01724-35E3-4B40-B93F-B7E192B7FF5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527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Title Slides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C9806C6D-0905-EEEA-0B68-C996F2964FF2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4" name="Gerader Verbinder 3">
              <a:extLst>
                <a:ext uri="{FF2B5EF4-FFF2-40B4-BE49-F238E27FC236}">
                  <a16:creationId xmlns:a16="http://schemas.microsoft.com/office/drawing/2014/main" id="{5E157EA1-ECC1-A9AA-1AF8-CA75A4644506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aute 4">
              <a:extLst>
                <a:ext uri="{FF2B5EF4-FFF2-40B4-BE49-F238E27FC236}">
                  <a16:creationId xmlns:a16="http://schemas.microsoft.com/office/drawing/2014/main" id="{FDC88BE7-F254-7F88-E4BE-4948376941CA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42467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88051" y="1"/>
            <a:ext cx="4103687" cy="6858000"/>
          </a:xfrm>
        </p:spPr>
        <p:txBody>
          <a:bodyPr tIns="936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14472A9-C746-414B-A339-17009C086F0C}"/>
              </a:ext>
            </a:extLst>
          </p:cNvPr>
          <p:cNvSpPr/>
          <p:nvPr userDrawn="1"/>
        </p:nvSpPr>
        <p:spPr bwMode="gray">
          <a:xfrm>
            <a:off x="0" y="0"/>
            <a:ext cx="59880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71475" y="368300"/>
            <a:ext cx="5616575" cy="4681538"/>
          </a:xfrm>
        </p:spPr>
        <p:txBody>
          <a:bodyPr rIns="360000" anchor="t"/>
          <a:lstStyle>
            <a:lvl1pPr algn="l">
              <a:defRPr sz="5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71475" y="5265738"/>
            <a:ext cx="5616575" cy="1011236"/>
          </a:xfrm>
        </p:spPr>
        <p:txBody>
          <a:bodyPr rIns="36000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6250CC-595F-56CB-920B-A07D0AF8DB6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65064E61-A494-492B-AB53-9B50C70ABFF2}" type="datetime3">
              <a:rPr lang="de-DE" smtClean="0"/>
              <a:t>29/12/25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012934-337B-04B6-BBA6-336DE745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7DF1B2-42B7-5543-6886-E7938EDB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484C6BD-91DB-46E4-D1D8-D75CEFB669AE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59D79EA9-159E-AF02-E8D2-0E0E2BFCBD4B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D0DC72A4-EA66-1D2C-67F7-6C89ECA758CD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EA0F1769-10E8-A988-F711-DB28498A25E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gray">
          <a:xfrm>
            <a:off x="10488487" y="5553236"/>
            <a:ext cx="1332038" cy="720564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9pPr>
          </a:lstStyle>
          <a:p>
            <a:pPr lvl="0"/>
            <a:r>
              <a:rPr lang="en-US" noProof="1"/>
              <a:t>OE Logoplatzhalter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9DC890DB-CD17-4A1F-BD79-44804CD60EB3}"/>
              </a:ext>
            </a:extLst>
          </p:cNvPr>
          <p:cNvSpPr/>
          <p:nvPr userDrawn="1"/>
        </p:nvSpPr>
        <p:spPr bwMode="gray">
          <a:xfrm>
            <a:off x="12233756" y="5553236"/>
            <a:ext cx="1640680" cy="72056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OE-Logo (optional)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Insert with a click on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image icon</a:t>
            </a:r>
            <a:endParaRPr 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4457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14472A9-C746-414B-A339-17009C086F0C}"/>
              </a:ext>
            </a:extLst>
          </p:cNvPr>
          <p:cNvSpPr/>
          <p:nvPr userDrawn="1"/>
        </p:nvSpPr>
        <p:spPr bwMode="gray">
          <a:xfrm>
            <a:off x="5988050" y="0"/>
            <a:ext cx="620395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71475" y="368300"/>
            <a:ext cx="5616575" cy="4681538"/>
          </a:xfrm>
        </p:spPr>
        <p:txBody>
          <a:bodyPr rIns="360000" anchor="t"/>
          <a:lstStyle>
            <a:lvl1pPr algn="l">
              <a:defRPr sz="5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265738"/>
            <a:ext cx="5616575" cy="1011236"/>
          </a:xfrm>
        </p:spPr>
        <p:txBody>
          <a:bodyPr rIns="36000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988051" y="1"/>
            <a:ext cx="4103687" cy="6858000"/>
          </a:xfrm>
        </p:spPr>
        <p:txBody>
          <a:bodyPr tIns="864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8" name="Datumsplatzhalter 3">
            <a:extLst>
              <a:ext uri="{FF2B5EF4-FFF2-40B4-BE49-F238E27FC236}">
                <a16:creationId xmlns:a16="http://schemas.microsoft.com/office/drawing/2014/main" id="{B13F734F-93E9-EAAB-2752-52949F41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32197E52-30F9-4983-9F70-7090BCDB8A51}" type="datetime3">
              <a:rPr lang="de-DE" smtClean="0"/>
              <a:t>29/12/25</a:t>
            </a:fld>
            <a:endParaRPr lang="en-US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7037DF08-8E92-E882-4AEB-B9E96AA7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</a:p>
        </p:txBody>
      </p:sp>
      <p:sp>
        <p:nvSpPr>
          <p:cNvPr id="13" name="Foliennummernplatzhalter 5">
            <a:extLst>
              <a:ext uri="{FF2B5EF4-FFF2-40B4-BE49-F238E27FC236}">
                <a16:creationId xmlns:a16="http://schemas.microsoft.com/office/drawing/2014/main" id="{29264F0A-C45F-9937-0433-4CE92B3E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uppieren 8">
            <a:extLst>
              <a:ext uri="{FF2B5EF4-FFF2-40B4-BE49-F238E27FC236}">
                <a16:creationId xmlns:a16="http://schemas.microsoft.com/office/drawing/2014/main" id="{A1532E2A-0AD5-78A6-C7F4-C16B026BA9BB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  <a:solidFill>
            <a:schemeClr val="bg1"/>
          </a:solidFill>
        </p:grpSpPr>
        <p:sp>
          <p:nvSpPr>
            <p:cNvPr id="5" name="Freihandform: Form 9">
              <a:extLst>
                <a:ext uri="{FF2B5EF4-FFF2-40B4-BE49-F238E27FC236}">
                  <a16:creationId xmlns:a16="http://schemas.microsoft.com/office/drawing/2014/main" id="{1126D6D5-2B7D-390E-6320-C8E356BB57B9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ihandform: Form 10">
              <a:extLst>
                <a:ext uri="{FF2B5EF4-FFF2-40B4-BE49-F238E27FC236}">
                  <a16:creationId xmlns:a16="http://schemas.microsoft.com/office/drawing/2014/main" id="{E48DCF6E-1E81-A530-130D-A40052D29E56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62957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71475" y="4041775"/>
            <a:ext cx="5616575" cy="1691479"/>
          </a:xfrm>
        </p:spPr>
        <p:txBody>
          <a:bodyPr rIns="0" anchor="t"/>
          <a:lstStyle>
            <a:lvl1pPr algn="l">
              <a:defRPr sz="500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733256"/>
            <a:ext cx="5616575" cy="543718"/>
          </a:xfrm>
        </p:spPr>
        <p:txBody>
          <a:bodyPr rIns="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E52B5CC-CF21-9E7E-CADE-8B782F3AF80F}"/>
              </a:ext>
            </a:extLst>
          </p:cNvPr>
          <p:cNvSpPr/>
          <p:nvPr userDrawn="1"/>
        </p:nvSpPr>
        <p:spPr bwMode="gray">
          <a:xfrm>
            <a:off x="12233756" y="1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613673CC-527A-F7FD-F4BB-EFB8EDA92E7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6C54F0A2-E80A-4287-A8CF-3EF0006DB652}" type="datetime3">
              <a:rPr lang="de-DE" smtClean="0"/>
              <a:t>29/12/25</a:t>
            </a:fld>
            <a:endParaRPr lang="en-US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42973810-AFA0-E19F-E5A5-A7F82CD72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51AF4981-2A51-01C8-FC65-7C68623E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martArt-Platzhalter 10">
            <a:extLst>
              <a:ext uri="{FF2B5EF4-FFF2-40B4-BE49-F238E27FC236}">
                <a16:creationId xmlns:a16="http://schemas.microsoft.com/office/drawing/2014/main" id="{B8A25F18-5A38-86C1-D835-316B836320E1}"/>
              </a:ext>
            </a:extLst>
          </p:cNvPr>
          <p:cNvSpPr>
            <a:spLocks noGrp="1" noChangeAspect="1"/>
          </p:cNvSpPr>
          <p:nvPr>
            <p:ph type="dgm" sz="quarter" idx="20" hasCustomPrompt="1"/>
          </p:nvPr>
        </p:nvSpPr>
        <p:spPr bwMode="gray">
          <a:xfrm>
            <a:off x="10710878" y="368661"/>
            <a:ext cx="861983" cy="309203"/>
          </a:xfrm>
          <a:custGeom>
            <a:avLst/>
            <a:gdLst>
              <a:gd name="connsiteX0" fmla="*/ 672615 w 881062"/>
              <a:gd name="connsiteY0" fmla="*/ 316 h 316047"/>
              <a:gd name="connsiteX1" fmla="*/ 881062 w 881062"/>
              <a:gd name="connsiteY1" fmla="*/ 316 h 316047"/>
              <a:gd name="connsiteX2" fmla="*/ 881062 w 881062"/>
              <a:gd name="connsiteY2" fmla="*/ 71315 h 316047"/>
              <a:gd name="connsiteX3" fmla="*/ 820105 w 881062"/>
              <a:gd name="connsiteY3" fmla="*/ 71315 h 316047"/>
              <a:gd name="connsiteX4" fmla="*/ 820105 w 881062"/>
              <a:gd name="connsiteY4" fmla="*/ 316047 h 316047"/>
              <a:gd name="connsiteX5" fmla="*/ 733572 w 881062"/>
              <a:gd name="connsiteY5" fmla="*/ 316047 h 316047"/>
              <a:gd name="connsiteX6" fmla="*/ 733572 w 881062"/>
              <a:gd name="connsiteY6" fmla="*/ 71315 h 316047"/>
              <a:gd name="connsiteX7" fmla="*/ 672615 w 881062"/>
              <a:gd name="connsiteY7" fmla="*/ 71315 h 316047"/>
              <a:gd name="connsiteX8" fmla="*/ 565331 w 881062"/>
              <a:gd name="connsiteY8" fmla="*/ 316 h 316047"/>
              <a:gd name="connsiteX9" fmla="*/ 651859 w 881062"/>
              <a:gd name="connsiteY9" fmla="*/ 316 h 316047"/>
              <a:gd name="connsiteX10" fmla="*/ 651859 w 881062"/>
              <a:gd name="connsiteY10" fmla="*/ 315733 h 316047"/>
              <a:gd name="connsiteX11" fmla="*/ 565331 w 881062"/>
              <a:gd name="connsiteY11" fmla="*/ 315733 h 316047"/>
              <a:gd name="connsiteX12" fmla="*/ 316992 w 881062"/>
              <a:gd name="connsiteY12" fmla="*/ 316 h 316047"/>
              <a:gd name="connsiteX13" fmla="*/ 319603 w 881062"/>
              <a:gd name="connsiteY13" fmla="*/ 316 h 316047"/>
              <a:gd name="connsiteX14" fmla="*/ 319289 w 881062"/>
              <a:gd name="connsiteY14" fmla="*/ 315733 h 316047"/>
              <a:gd name="connsiteX15" fmla="*/ 319243 w 881062"/>
              <a:gd name="connsiteY15" fmla="*/ 315733 h 316047"/>
              <a:gd name="connsiteX16" fmla="*/ 319243 w 881062"/>
              <a:gd name="connsiteY16" fmla="*/ 315729 h 316047"/>
              <a:gd name="connsiteX17" fmla="*/ 0 w 881062"/>
              <a:gd name="connsiteY17" fmla="*/ 315729 h 316047"/>
              <a:gd name="connsiteX18" fmla="*/ 10040 w 881062"/>
              <a:gd name="connsiteY18" fmla="*/ 238565 h 316047"/>
              <a:gd name="connsiteX19" fmla="*/ 319239 w 881062"/>
              <a:gd name="connsiteY19" fmla="*/ 315718 h 316047"/>
              <a:gd name="connsiteX20" fmla="*/ 319236 w 881062"/>
              <a:gd name="connsiteY20" fmla="*/ 315705 h 316047"/>
              <a:gd name="connsiteX21" fmla="*/ 30795 w 881062"/>
              <a:gd name="connsiteY21" fmla="*/ 181522 h 316047"/>
              <a:gd name="connsiteX22" fmla="*/ 72618 w 881062"/>
              <a:gd name="connsiteY22" fmla="*/ 115703 h 316047"/>
              <a:gd name="connsiteX23" fmla="*/ 319230 w 881062"/>
              <a:gd name="connsiteY23" fmla="*/ 315681 h 316047"/>
              <a:gd name="connsiteX24" fmla="*/ 319204 w 881062"/>
              <a:gd name="connsiteY24" fmla="*/ 315579 h 316047"/>
              <a:gd name="connsiteX25" fmla="*/ 118629 w 881062"/>
              <a:gd name="connsiteY25" fmla="*/ 70321 h 316047"/>
              <a:gd name="connsiteX26" fmla="*/ 184766 w 881062"/>
              <a:gd name="connsiteY26" fmla="*/ 29486 h 316047"/>
              <a:gd name="connsiteX27" fmla="*/ 319187 w 881062"/>
              <a:gd name="connsiteY27" fmla="*/ 315512 h 316047"/>
              <a:gd name="connsiteX28" fmla="*/ 242439 w 881062"/>
              <a:gd name="connsiteY28" fmla="*/ 9408 h 316047"/>
              <a:gd name="connsiteX29" fmla="*/ 316992 w 881062"/>
              <a:gd name="connsiteY29" fmla="*/ 316 h 316047"/>
              <a:gd name="connsiteX30" fmla="*/ 450887 w 881062"/>
              <a:gd name="connsiteY30" fmla="*/ 0 h 316047"/>
              <a:gd name="connsiteX31" fmla="*/ 550067 w 881062"/>
              <a:gd name="connsiteY31" fmla="*/ 0 h 316047"/>
              <a:gd name="connsiteX32" fmla="*/ 422343 w 881062"/>
              <a:gd name="connsiteY32" fmla="*/ 158833 h 316047"/>
              <a:gd name="connsiteX33" fmla="*/ 550698 w 881062"/>
              <a:gd name="connsiteY33" fmla="*/ 315733 h 316047"/>
              <a:gd name="connsiteX34" fmla="*/ 454488 w 881062"/>
              <a:gd name="connsiteY34" fmla="*/ 315733 h 316047"/>
              <a:gd name="connsiteX35" fmla="*/ 340045 w 881062"/>
              <a:gd name="connsiteY35" fmla="*/ 192869 h 316047"/>
              <a:gd name="connsiteX36" fmla="*/ 340045 w 881062"/>
              <a:gd name="connsiteY36" fmla="*/ 122548 h 31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1062" h="316047">
                <a:moveTo>
                  <a:pt x="672615" y="316"/>
                </a:moveTo>
                <a:lnTo>
                  <a:pt x="881062" y="316"/>
                </a:lnTo>
                <a:lnTo>
                  <a:pt x="881062" y="71315"/>
                </a:lnTo>
                <a:lnTo>
                  <a:pt x="820105" y="71315"/>
                </a:lnTo>
                <a:lnTo>
                  <a:pt x="820105" y="316047"/>
                </a:lnTo>
                <a:lnTo>
                  <a:pt x="733572" y="316047"/>
                </a:lnTo>
                <a:lnTo>
                  <a:pt x="733572" y="71315"/>
                </a:lnTo>
                <a:lnTo>
                  <a:pt x="672615" y="71315"/>
                </a:lnTo>
                <a:close/>
                <a:moveTo>
                  <a:pt x="565331" y="316"/>
                </a:moveTo>
                <a:lnTo>
                  <a:pt x="651859" y="316"/>
                </a:lnTo>
                <a:lnTo>
                  <a:pt x="651859" y="315733"/>
                </a:lnTo>
                <a:lnTo>
                  <a:pt x="565331" y="315733"/>
                </a:lnTo>
                <a:close/>
                <a:moveTo>
                  <a:pt x="316992" y="316"/>
                </a:moveTo>
                <a:lnTo>
                  <a:pt x="319603" y="316"/>
                </a:lnTo>
                <a:lnTo>
                  <a:pt x="319289" y="315733"/>
                </a:lnTo>
                <a:lnTo>
                  <a:pt x="319243" y="315733"/>
                </a:lnTo>
                <a:lnTo>
                  <a:pt x="319243" y="315729"/>
                </a:lnTo>
                <a:lnTo>
                  <a:pt x="0" y="315729"/>
                </a:lnTo>
                <a:cubicBezTo>
                  <a:pt x="314" y="289122"/>
                  <a:pt x="3556" y="263191"/>
                  <a:pt x="10040" y="238565"/>
                </a:cubicBezTo>
                <a:lnTo>
                  <a:pt x="319239" y="315718"/>
                </a:lnTo>
                <a:lnTo>
                  <a:pt x="319236" y="315705"/>
                </a:lnTo>
                <a:lnTo>
                  <a:pt x="30795" y="181522"/>
                </a:lnTo>
                <a:cubicBezTo>
                  <a:pt x="41825" y="157842"/>
                  <a:pt x="56097" y="135780"/>
                  <a:pt x="72618" y="115703"/>
                </a:cubicBezTo>
                <a:lnTo>
                  <a:pt x="319230" y="315681"/>
                </a:lnTo>
                <a:lnTo>
                  <a:pt x="319204" y="315579"/>
                </a:lnTo>
                <a:lnTo>
                  <a:pt x="118629" y="70321"/>
                </a:lnTo>
                <a:cubicBezTo>
                  <a:pt x="138754" y="54114"/>
                  <a:pt x="160770" y="40518"/>
                  <a:pt x="184766" y="29486"/>
                </a:cubicBezTo>
                <a:lnTo>
                  <a:pt x="319187" y="315512"/>
                </a:lnTo>
                <a:lnTo>
                  <a:pt x="242439" y="9408"/>
                </a:lnTo>
                <a:cubicBezTo>
                  <a:pt x="266435" y="3556"/>
                  <a:pt x="291376" y="316"/>
                  <a:pt x="316992" y="316"/>
                </a:cubicBezTo>
                <a:close/>
                <a:moveTo>
                  <a:pt x="450887" y="0"/>
                </a:moveTo>
                <a:lnTo>
                  <a:pt x="550067" y="0"/>
                </a:lnTo>
                <a:lnTo>
                  <a:pt x="422343" y="158833"/>
                </a:lnTo>
                <a:lnTo>
                  <a:pt x="550698" y="315733"/>
                </a:lnTo>
                <a:lnTo>
                  <a:pt x="454488" y="315733"/>
                </a:lnTo>
                <a:lnTo>
                  <a:pt x="340045" y="192869"/>
                </a:lnTo>
                <a:lnTo>
                  <a:pt x="340045" y="122548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9227382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horizontal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E617D12E-D9F2-FE30-962E-F64655611604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46F4A2-1BBD-C6A2-7866-B5B1968C94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71475" y="4038599"/>
            <a:ext cx="5616575" cy="1694655"/>
          </a:xfrm>
        </p:spPr>
        <p:txBody>
          <a:bodyPr rIns="0" anchor="t"/>
          <a:lstStyle>
            <a:lvl1pPr algn="l">
              <a:defRPr sz="5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604293-CF1F-A295-5586-92D0F86F4A3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71475" y="5733256"/>
            <a:ext cx="5616575" cy="543718"/>
          </a:xfrm>
        </p:spPr>
        <p:txBody>
          <a:bodyPr rIns="0" anchor="b"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2pPr>
            <a:lvl3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3pPr>
            <a:lvl4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4pPr>
            <a:lvl5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5pPr>
            <a:lvl6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6pPr>
            <a:lvl7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7pPr>
            <a:lvl8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8pPr>
            <a:lvl9pPr marL="0" indent="0" algn="l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9" name="Inhaltsplatzhalter 18">
            <a:extLst>
              <a:ext uri="{FF2B5EF4-FFF2-40B4-BE49-F238E27FC236}">
                <a16:creationId xmlns:a16="http://schemas.microsoft.com/office/drawing/2014/main" id="{EA0F1769-10E8-A988-F711-DB28498A25E4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 bwMode="black">
          <a:xfrm>
            <a:off x="10488487" y="5553236"/>
            <a:ext cx="1332038" cy="720564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">
                <a:noFill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">
                <a:noFill/>
              </a:defRPr>
            </a:lvl9pPr>
          </a:lstStyle>
          <a:p>
            <a:pPr lvl="0"/>
            <a:r>
              <a:rPr lang="en-US" noProof="1"/>
              <a:t>OE Logoplatzhalter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1CDC56E0-CC7D-87E3-D66D-6BEE83D8AE75}"/>
              </a:ext>
            </a:extLst>
          </p:cNvPr>
          <p:cNvSpPr/>
          <p:nvPr userDrawn="1"/>
        </p:nvSpPr>
        <p:spPr bwMode="gray">
          <a:xfrm>
            <a:off x="12233756" y="5553236"/>
            <a:ext cx="1640680" cy="720564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OE-Logo (optional)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Insert with a click on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image icon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B05E904A-C9EA-86A7-9664-F1BEB574F064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0" y="6858000"/>
            <a:ext cx="0" cy="0"/>
          </a:xfrm>
          <a:prstGeom prst="rect">
            <a:avLst/>
          </a:prstGeom>
        </p:spPr>
        <p:txBody>
          <a:bodyPr vert="horz" wrap="none" lIns="0" tIns="36000" rIns="0" bIns="0" rtlCol="0" anchor="ctr">
            <a:normAutofit fontScale="250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Datum aus technischen Gründen nicht deaktivieren!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146CC5CD-AF6B-4EF0-3308-79576A9A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EF9ED98-5AE0-9DB9-A2FD-AB2BDC2F8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black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SmartArt-Platzhalter 10">
            <a:extLst>
              <a:ext uri="{FF2B5EF4-FFF2-40B4-BE49-F238E27FC236}">
                <a16:creationId xmlns:a16="http://schemas.microsoft.com/office/drawing/2014/main" id="{A96C0EF9-BA74-F815-E094-6E6D6E1F1198}"/>
              </a:ext>
            </a:extLst>
          </p:cNvPr>
          <p:cNvSpPr>
            <a:spLocks noGrp="1" noChangeAspect="1"/>
          </p:cNvSpPr>
          <p:nvPr>
            <p:ph type="dgm" sz="quarter" idx="20" hasCustomPrompt="1"/>
          </p:nvPr>
        </p:nvSpPr>
        <p:spPr bwMode="gray">
          <a:xfrm>
            <a:off x="10710878" y="368661"/>
            <a:ext cx="861983" cy="309203"/>
          </a:xfrm>
          <a:custGeom>
            <a:avLst/>
            <a:gdLst>
              <a:gd name="connsiteX0" fmla="*/ 672615 w 881062"/>
              <a:gd name="connsiteY0" fmla="*/ 316 h 316047"/>
              <a:gd name="connsiteX1" fmla="*/ 881062 w 881062"/>
              <a:gd name="connsiteY1" fmla="*/ 316 h 316047"/>
              <a:gd name="connsiteX2" fmla="*/ 881062 w 881062"/>
              <a:gd name="connsiteY2" fmla="*/ 71315 h 316047"/>
              <a:gd name="connsiteX3" fmla="*/ 820105 w 881062"/>
              <a:gd name="connsiteY3" fmla="*/ 71315 h 316047"/>
              <a:gd name="connsiteX4" fmla="*/ 820105 w 881062"/>
              <a:gd name="connsiteY4" fmla="*/ 316047 h 316047"/>
              <a:gd name="connsiteX5" fmla="*/ 733572 w 881062"/>
              <a:gd name="connsiteY5" fmla="*/ 316047 h 316047"/>
              <a:gd name="connsiteX6" fmla="*/ 733572 w 881062"/>
              <a:gd name="connsiteY6" fmla="*/ 71315 h 316047"/>
              <a:gd name="connsiteX7" fmla="*/ 672615 w 881062"/>
              <a:gd name="connsiteY7" fmla="*/ 71315 h 316047"/>
              <a:gd name="connsiteX8" fmla="*/ 565331 w 881062"/>
              <a:gd name="connsiteY8" fmla="*/ 316 h 316047"/>
              <a:gd name="connsiteX9" fmla="*/ 651859 w 881062"/>
              <a:gd name="connsiteY9" fmla="*/ 316 h 316047"/>
              <a:gd name="connsiteX10" fmla="*/ 651859 w 881062"/>
              <a:gd name="connsiteY10" fmla="*/ 315733 h 316047"/>
              <a:gd name="connsiteX11" fmla="*/ 565331 w 881062"/>
              <a:gd name="connsiteY11" fmla="*/ 315733 h 316047"/>
              <a:gd name="connsiteX12" fmla="*/ 316992 w 881062"/>
              <a:gd name="connsiteY12" fmla="*/ 316 h 316047"/>
              <a:gd name="connsiteX13" fmla="*/ 319603 w 881062"/>
              <a:gd name="connsiteY13" fmla="*/ 316 h 316047"/>
              <a:gd name="connsiteX14" fmla="*/ 319289 w 881062"/>
              <a:gd name="connsiteY14" fmla="*/ 315733 h 316047"/>
              <a:gd name="connsiteX15" fmla="*/ 319243 w 881062"/>
              <a:gd name="connsiteY15" fmla="*/ 315733 h 316047"/>
              <a:gd name="connsiteX16" fmla="*/ 319243 w 881062"/>
              <a:gd name="connsiteY16" fmla="*/ 315729 h 316047"/>
              <a:gd name="connsiteX17" fmla="*/ 0 w 881062"/>
              <a:gd name="connsiteY17" fmla="*/ 315729 h 316047"/>
              <a:gd name="connsiteX18" fmla="*/ 10040 w 881062"/>
              <a:gd name="connsiteY18" fmla="*/ 238565 h 316047"/>
              <a:gd name="connsiteX19" fmla="*/ 319239 w 881062"/>
              <a:gd name="connsiteY19" fmla="*/ 315718 h 316047"/>
              <a:gd name="connsiteX20" fmla="*/ 319236 w 881062"/>
              <a:gd name="connsiteY20" fmla="*/ 315705 h 316047"/>
              <a:gd name="connsiteX21" fmla="*/ 30795 w 881062"/>
              <a:gd name="connsiteY21" fmla="*/ 181522 h 316047"/>
              <a:gd name="connsiteX22" fmla="*/ 72618 w 881062"/>
              <a:gd name="connsiteY22" fmla="*/ 115703 h 316047"/>
              <a:gd name="connsiteX23" fmla="*/ 319230 w 881062"/>
              <a:gd name="connsiteY23" fmla="*/ 315681 h 316047"/>
              <a:gd name="connsiteX24" fmla="*/ 319204 w 881062"/>
              <a:gd name="connsiteY24" fmla="*/ 315579 h 316047"/>
              <a:gd name="connsiteX25" fmla="*/ 118629 w 881062"/>
              <a:gd name="connsiteY25" fmla="*/ 70321 h 316047"/>
              <a:gd name="connsiteX26" fmla="*/ 184766 w 881062"/>
              <a:gd name="connsiteY26" fmla="*/ 29486 h 316047"/>
              <a:gd name="connsiteX27" fmla="*/ 319187 w 881062"/>
              <a:gd name="connsiteY27" fmla="*/ 315512 h 316047"/>
              <a:gd name="connsiteX28" fmla="*/ 242439 w 881062"/>
              <a:gd name="connsiteY28" fmla="*/ 9408 h 316047"/>
              <a:gd name="connsiteX29" fmla="*/ 316992 w 881062"/>
              <a:gd name="connsiteY29" fmla="*/ 316 h 316047"/>
              <a:gd name="connsiteX30" fmla="*/ 450887 w 881062"/>
              <a:gd name="connsiteY30" fmla="*/ 0 h 316047"/>
              <a:gd name="connsiteX31" fmla="*/ 550067 w 881062"/>
              <a:gd name="connsiteY31" fmla="*/ 0 h 316047"/>
              <a:gd name="connsiteX32" fmla="*/ 422343 w 881062"/>
              <a:gd name="connsiteY32" fmla="*/ 158833 h 316047"/>
              <a:gd name="connsiteX33" fmla="*/ 550698 w 881062"/>
              <a:gd name="connsiteY33" fmla="*/ 315733 h 316047"/>
              <a:gd name="connsiteX34" fmla="*/ 454488 w 881062"/>
              <a:gd name="connsiteY34" fmla="*/ 315733 h 316047"/>
              <a:gd name="connsiteX35" fmla="*/ 340045 w 881062"/>
              <a:gd name="connsiteY35" fmla="*/ 192869 h 316047"/>
              <a:gd name="connsiteX36" fmla="*/ 340045 w 881062"/>
              <a:gd name="connsiteY36" fmla="*/ 122548 h 316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1062" h="316047">
                <a:moveTo>
                  <a:pt x="672615" y="316"/>
                </a:moveTo>
                <a:lnTo>
                  <a:pt x="881062" y="316"/>
                </a:lnTo>
                <a:lnTo>
                  <a:pt x="881062" y="71315"/>
                </a:lnTo>
                <a:lnTo>
                  <a:pt x="820105" y="71315"/>
                </a:lnTo>
                <a:lnTo>
                  <a:pt x="820105" y="316047"/>
                </a:lnTo>
                <a:lnTo>
                  <a:pt x="733572" y="316047"/>
                </a:lnTo>
                <a:lnTo>
                  <a:pt x="733572" y="71315"/>
                </a:lnTo>
                <a:lnTo>
                  <a:pt x="672615" y="71315"/>
                </a:lnTo>
                <a:close/>
                <a:moveTo>
                  <a:pt x="565331" y="316"/>
                </a:moveTo>
                <a:lnTo>
                  <a:pt x="651859" y="316"/>
                </a:lnTo>
                <a:lnTo>
                  <a:pt x="651859" y="315733"/>
                </a:lnTo>
                <a:lnTo>
                  <a:pt x="565331" y="315733"/>
                </a:lnTo>
                <a:close/>
                <a:moveTo>
                  <a:pt x="316992" y="316"/>
                </a:moveTo>
                <a:lnTo>
                  <a:pt x="319603" y="316"/>
                </a:lnTo>
                <a:lnTo>
                  <a:pt x="319289" y="315733"/>
                </a:lnTo>
                <a:lnTo>
                  <a:pt x="319243" y="315733"/>
                </a:lnTo>
                <a:lnTo>
                  <a:pt x="319243" y="315729"/>
                </a:lnTo>
                <a:lnTo>
                  <a:pt x="0" y="315729"/>
                </a:lnTo>
                <a:cubicBezTo>
                  <a:pt x="314" y="289122"/>
                  <a:pt x="3556" y="263191"/>
                  <a:pt x="10040" y="238565"/>
                </a:cubicBezTo>
                <a:lnTo>
                  <a:pt x="319239" y="315718"/>
                </a:lnTo>
                <a:lnTo>
                  <a:pt x="319236" y="315705"/>
                </a:lnTo>
                <a:lnTo>
                  <a:pt x="30795" y="181522"/>
                </a:lnTo>
                <a:cubicBezTo>
                  <a:pt x="41825" y="157842"/>
                  <a:pt x="56097" y="135780"/>
                  <a:pt x="72618" y="115703"/>
                </a:cubicBezTo>
                <a:lnTo>
                  <a:pt x="319230" y="315681"/>
                </a:lnTo>
                <a:lnTo>
                  <a:pt x="319204" y="315579"/>
                </a:lnTo>
                <a:lnTo>
                  <a:pt x="118629" y="70321"/>
                </a:lnTo>
                <a:cubicBezTo>
                  <a:pt x="138754" y="54114"/>
                  <a:pt x="160770" y="40518"/>
                  <a:pt x="184766" y="29486"/>
                </a:cubicBezTo>
                <a:lnTo>
                  <a:pt x="319187" y="315512"/>
                </a:lnTo>
                <a:lnTo>
                  <a:pt x="242439" y="9408"/>
                </a:lnTo>
                <a:cubicBezTo>
                  <a:pt x="266435" y="3556"/>
                  <a:pt x="291376" y="316"/>
                  <a:pt x="316992" y="316"/>
                </a:cubicBezTo>
                <a:close/>
                <a:moveTo>
                  <a:pt x="450887" y="0"/>
                </a:moveTo>
                <a:lnTo>
                  <a:pt x="550067" y="0"/>
                </a:lnTo>
                <a:lnTo>
                  <a:pt x="422343" y="158833"/>
                </a:lnTo>
                <a:lnTo>
                  <a:pt x="550698" y="315733"/>
                </a:lnTo>
                <a:lnTo>
                  <a:pt x="454488" y="315733"/>
                </a:lnTo>
                <a:lnTo>
                  <a:pt x="340045" y="192869"/>
                </a:lnTo>
                <a:lnTo>
                  <a:pt x="340045" y="122548"/>
                </a:lnTo>
                <a:close/>
              </a:path>
            </a:pathLst>
          </a:custGeom>
          <a:solidFill>
            <a:schemeClr val="bg1"/>
          </a:solidFill>
        </p:spPr>
        <p:txBody>
          <a:bodyPr wrap="non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854709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Agenda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5244B92-11CA-AA31-8AB9-45C253E1FCD6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92178F17-D259-CFA4-628D-049EBD28B82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27EC8CEF-7F13-B3B5-1CA9-5784DB43CE28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20089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1"/>
            <a:ext cx="2100262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299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A62E724-8D8E-017B-D237-54AB651DA6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AA1E83E6-0784-7D15-05B6-ECA93ACB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FC8FA115-A535-4B74-818E-9B80D2C9FCCB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4CFC666-FAD5-95CE-AB04-8312C38E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E88CBA03-8F50-B545-A32B-4EB8051F1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uppieren 8">
            <a:extLst>
              <a:ext uri="{FF2B5EF4-FFF2-40B4-BE49-F238E27FC236}">
                <a16:creationId xmlns:a16="http://schemas.microsoft.com/office/drawing/2014/main" id="{4F193AEC-6C33-5D16-E8BD-11008ABD0D26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2" name="Freihandform: Form 9">
              <a:extLst>
                <a:ext uri="{FF2B5EF4-FFF2-40B4-BE49-F238E27FC236}">
                  <a16:creationId xmlns:a16="http://schemas.microsoft.com/office/drawing/2014/main" id="{BA3CA40A-7851-2B35-5B5A-35D208E18409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ihandform: Form 10">
              <a:extLst>
                <a:ext uri="{FF2B5EF4-FFF2-40B4-BE49-F238E27FC236}">
                  <a16:creationId xmlns:a16="http://schemas.microsoft.com/office/drawing/2014/main" id="{E7EC9A8E-93DF-7D38-89A8-78C0093850F3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5079192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0"/>
            <a:ext cx="2100262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300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C2C08001-0F3C-B494-75F8-9E71BBFF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DF0CDF96-848D-40C0-AC44-84328046A9A3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B6259812-E65C-E700-2748-83B9B6FC5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09484FD1-E4AD-217E-F687-4A210DD2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uppieren 8">
            <a:extLst>
              <a:ext uri="{FF2B5EF4-FFF2-40B4-BE49-F238E27FC236}">
                <a16:creationId xmlns:a16="http://schemas.microsoft.com/office/drawing/2014/main" id="{76DED8B8-EFA6-718F-9119-0912343D0EB1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  <a:solidFill>
            <a:schemeClr val="bg1"/>
          </a:solidFill>
        </p:grpSpPr>
        <p:sp>
          <p:nvSpPr>
            <p:cNvPr id="5" name="Freihandform: Form 9">
              <a:extLst>
                <a:ext uri="{FF2B5EF4-FFF2-40B4-BE49-F238E27FC236}">
                  <a16:creationId xmlns:a16="http://schemas.microsoft.com/office/drawing/2014/main" id="{234776EF-E104-BAD6-7E97-FEE9CFC66A6D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ihandform: Form 10">
              <a:extLst>
                <a:ext uri="{FF2B5EF4-FFF2-40B4-BE49-F238E27FC236}">
                  <a16:creationId xmlns:a16="http://schemas.microsoft.com/office/drawing/2014/main" id="{AB56C35B-7BF5-A86F-9241-BB993C9B0B83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158AFF2-074B-D1FB-1C41-F829102F4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99970532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colum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0"/>
            <a:ext cx="2100262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299"/>
            <a:ext cx="1728788" cy="1008063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9BE5E7D9-65C6-9061-D956-2409B92BA4B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B638E14E-6DDD-4462-96B7-6520652442EC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6AE2B0FA-73E6-CDD3-8A4F-6051AF035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03FB7E51-B660-A4E3-16CE-5C9FC11B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uppieren 8">
            <a:extLst>
              <a:ext uri="{FF2B5EF4-FFF2-40B4-BE49-F238E27FC236}">
                <a16:creationId xmlns:a16="http://schemas.microsoft.com/office/drawing/2014/main" id="{59902170-140E-DD1B-0ABE-04793B9D1C0F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</p:grpSpPr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C5FE5ADF-144A-6881-EE4F-B970B5A2EAE1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ihandform: Form 10">
              <a:extLst>
                <a:ext uri="{FF2B5EF4-FFF2-40B4-BE49-F238E27FC236}">
                  <a16:creationId xmlns:a16="http://schemas.microsoft.com/office/drawing/2014/main" id="{A0DD601B-ADFA-837B-6B1A-5F76F3B3FCB5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D1336DF-F71A-7856-88D0-0CE77A6C8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415739620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two-colum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CD1E56A9-7120-0C1B-1DFE-FB4F2B9F90B7}"/>
              </a:ext>
            </a:extLst>
          </p:cNvPr>
          <p:cNvSpPr/>
          <p:nvPr userDrawn="1"/>
        </p:nvSpPr>
        <p:spPr bwMode="gray">
          <a:xfrm>
            <a:off x="10091738" y="0"/>
            <a:ext cx="2100262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F5B4F9-46BC-DCE2-AB96-AC7CB76E8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368659"/>
            <a:ext cx="1728788" cy="1007704"/>
          </a:xfrm>
        </p:spPr>
        <p:txBody>
          <a:bodyPr tIns="252000"/>
          <a:lstStyle>
            <a:lvl1pPr>
              <a:defRPr sz="2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Content</a:t>
            </a:r>
          </a:p>
        </p:txBody>
      </p:sp>
      <p:sp>
        <p:nvSpPr>
          <p:cNvPr id="3" name="Datumsplatzhalter 3">
            <a:extLst>
              <a:ext uri="{FF2B5EF4-FFF2-40B4-BE49-F238E27FC236}">
                <a16:creationId xmlns:a16="http://schemas.microsoft.com/office/drawing/2014/main" id="{7AE8D194-9EDA-738A-DC32-F2142FF7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9C51A39D-3972-460D-821E-A587C69FC236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05649568-1C2D-B202-63ED-CEE7405F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39B9F8B5-CDA2-B101-8FD8-AD3CDBA0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uppieren 8">
            <a:extLst>
              <a:ext uri="{FF2B5EF4-FFF2-40B4-BE49-F238E27FC236}">
                <a16:creationId xmlns:a16="http://schemas.microsoft.com/office/drawing/2014/main" id="{A6AB963E-1F0D-866D-E3FB-95098EBB08C9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0710878" y="368659"/>
            <a:ext cx="861983" cy="309203"/>
            <a:chOff x="11189494" y="381000"/>
            <a:chExt cx="621506" cy="222941"/>
          </a:xfrm>
          <a:solidFill>
            <a:schemeClr val="bg1"/>
          </a:solidFill>
        </p:grpSpPr>
        <p:sp>
          <p:nvSpPr>
            <p:cNvPr id="13" name="Freihandform: Form 9">
              <a:extLst>
                <a:ext uri="{FF2B5EF4-FFF2-40B4-BE49-F238E27FC236}">
                  <a16:creationId xmlns:a16="http://schemas.microsoft.com/office/drawing/2014/main" id="{7F437339-9972-1104-C84E-3425CA29FA15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ihandform: Form 10">
              <a:extLst>
                <a:ext uri="{FF2B5EF4-FFF2-40B4-BE49-F238E27FC236}">
                  <a16:creationId xmlns:a16="http://schemas.microsoft.com/office/drawing/2014/main" id="{E8490089-7E0F-697B-8A21-B674E637433E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FB31B9B-7A37-361D-F7F6-4E6344A8A4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2316163" y="368300"/>
            <a:ext cx="6588125" cy="4681538"/>
          </a:xfrm>
        </p:spPr>
        <p:txBody>
          <a:bodyPr tIns="252000"/>
          <a:lstStyle>
            <a:lvl1pPr marL="540000" indent="-540000">
              <a:lnSpc>
                <a:spcPct val="85000"/>
              </a:lnSpc>
              <a:spcBef>
                <a:spcPts val="1800"/>
              </a:spcBef>
              <a:spcAft>
                <a:spcPts val="600"/>
              </a:spcAft>
              <a:buClr>
                <a:schemeClr val="bg1"/>
              </a:buClr>
              <a:buFont typeface="+mj-lt"/>
              <a:buAutoNum type="arabicPeriod"/>
              <a:defRPr sz="350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defRPr sz="1600">
                <a:solidFill>
                  <a:schemeClr val="bg1"/>
                </a:solidFill>
              </a:defRPr>
            </a:lvl2pPr>
            <a:lvl3pPr marL="808038" indent="-268288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bg1"/>
              </a:buClr>
              <a:buFont typeface="+mj-lt"/>
              <a:buAutoNum type="alphaLcPeriod"/>
              <a:defRPr sz="1600">
                <a:solidFill>
                  <a:schemeClr val="bg1"/>
                </a:solidFill>
              </a:defRPr>
            </a:lvl3pPr>
            <a:lvl4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6pPr>
            <a:lvl7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7pPr>
            <a:lvl8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600" b="0">
                <a:solidFill>
                  <a:schemeClr val="bg1"/>
                </a:solidFill>
              </a:defRPr>
            </a:lvl8pPr>
            <a:lvl9pPr marL="540000" indent="0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defRPr sz="18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80118436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Divider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83ADA49-B8A9-2D5D-A571-94E5F1DD0F54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E2251FA2-90EB-2A45-FC37-A0304FBAD8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61D9F5AD-F0AD-2CAA-880D-C238F5A4CFA7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515969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49F37-C71A-F97E-E3A7-139DDD7F9D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371475" y="4041774"/>
            <a:ext cx="7561263" cy="2232025"/>
          </a:xfrm>
        </p:spPr>
        <p:txBody>
          <a:bodyPr tIns="72000"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377F9694-8382-FAAE-BF69-4C4EF7EA399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286F5A21-1EF4-4FEC-BA2A-03C9C6CEB12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1ACFB753-502E-F3E6-F47F-279E23DC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1960B388-4E4A-DE89-37D5-609461BF3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FF8578ED-5C80-7F30-EAC9-58EF35B5425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"/>
            <a:ext cx="12191999" cy="3824287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2A2A9F0-A69F-C43F-A107-E3FA32B328F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black">
          <a:xfrm>
            <a:off x="10091738" y="4041776"/>
            <a:ext cx="1726244" cy="365518"/>
          </a:xfrm>
        </p:spPr>
        <p:txBody>
          <a:bodyPr wrap="none" tIns="108000"/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Chapter</a:t>
            </a:r>
          </a:p>
        </p:txBody>
      </p:sp>
      <p:sp>
        <p:nvSpPr>
          <p:cNvPr id="17" name="Textplatzhalter 13">
            <a:extLst>
              <a:ext uri="{FF2B5EF4-FFF2-40B4-BE49-F238E27FC236}">
                <a16:creationId xmlns:a16="http://schemas.microsoft.com/office/drawing/2014/main" id="{4FC48BF4-7798-9F53-9DFC-ED348CD6B0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0091738" y="4407464"/>
            <a:ext cx="1726244" cy="858274"/>
          </a:xfrm>
        </p:spPr>
        <p:txBody>
          <a:bodyPr wrap="none" tIns="0"/>
          <a:lstStyle>
            <a:lvl1pPr marL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bg1">
                    <a:alpha val="60000"/>
                  </a:schemeClr>
                </a:solidFill>
                <a:latin typeface="+mj-lt"/>
              </a:defRPr>
            </a:lvl1pPr>
            <a:lvl2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5pPr>
            <a:lvl6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6pPr>
            <a:lvl7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7pPr>
            <a:lvl8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8pPr>
            <a:lvl9pPr marL="0" indent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5000" b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9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8A65190-0278-D712-7185-458914BDE89A}"/>
              </a:ext>
            </a:extLst>
          </p:cNvPr>
          <p:cNvSpPr/>
          <p:nvPr userDrawn="1"/>
        </p:nvSpPr>
        <p:spPr bwMode="gray">
          <a:xfrm>
            <a:off x="12252684" y="4041774"/>
            <a:ext cx="1908212" cy="1835498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t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Divider Slide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a better overview, the color of the chapter separator can be adjusted.</a:t>
            </a:r>
          </a:p>
          <a:p>
            <a:pPr algn="l"/>
            <a:endParaRPr lang="en-US" sz="1000" dirty="0">
              <a:solidFill>
                <a:schemeClr val="tx1"/>
              </a:solidFill>
            </a:endParaRP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Right-click next to the slide, </a:t>
            </a:r>
            <a:r>
              <a:rPr lang="en-US" sz="1000" b="1" dirty="0">
                <a:solidFill>
                  <a:schemeClr val="tx1"/>
                </a:solidFill>
              </a:rPr>
              <a:t>Format background</a:t>
            </a:r>
            <a:r>
              <a:rPr lang="en-US" sz="1000" dirty="0">
                <a:solidFill>
                  <a:schemeClr val="tx1"/>
                </a:solidFill>
              </a:rPr>
              <a:t>, select </a:t>
            </a:r>
            <a:r>
              <a:rPr lang="en-US" sz="1000" b="1" dirty="0">
                <a:solidFill>
                  <a:schemeClr val="tx1"/>
                </a:solidFill>
              </a:rPr>
              <a:t>Theme Colors</a:t>
            </a:r>
            <a:r>
              <a:rPr lang="en-US" sz="1000" dirty="0">
                <a:solidFill>
                  <a:schemeClr val="tx1"/>
                </a:solidFill>
              </a:rPr>
              <a:t>.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0105423-6B46-120A-0BA8-0B71D20B9EDB}"/>
              </a:ext>
            </a:extLst>
          </p:cNvPr>
          <p:cNvSpPr/>
          <p:nvPr userDrawn="1"/>
        </p:nvSpPr>
        <p:spPr bwMode="gray">
          <a:xfrm>
            <a:off x="12396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C49502F4-B000-C269-8071-9A63E2A72653}"/>
              </a:ext>
            </a:extLst>
          </p:cNvPr>
          <p:cNvSpPr/>
          <p:nvPr userDrawn="1"/>
        </p:nvSpPr>
        <p:spPr bwMode="gray">
          <a:xfrm>
            <a:off x="126164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7E2FD37A-1CC6-89FD-5DDD-E6570ACC76CE}"/>
              </a:ext>
            </a:extLst>
          </p:cNvPr>
          <p:cNvSpPr/>
          <p:nvPr userDrawn="1"/>
        </p:nvSpPr>
        <p:spPr bwMode="gray">
          <a:xfrm>
            <a:off x="128362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2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39F4507-52B0-54F8-D940-968CA169441A}"/>
              </a:ext>
            </a:extLst>
          </p:cNvPr>
          <p:cNvSpPr/>
          <p:nvPr userDrawn="1"/>
        </p:nvSpPr>
        <p:spPr bwMode="gray">
          <a:xfrm>
            <a:off x="1305595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3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1057D053-9A95-35E0-0244-4F994B98FF23}"/>
              </a:ext>
            </a:extLst>
          </p:cNvPr>
          <p:cNvSpPr/>
          <p:nvPr userDrawn="1"/>
        </p:nvSpPr>
        <p:spPr bwMode="gray">
          <a:xfrm>
            <a:off x="13275701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4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F5C6E84-2A68-9158-2D5F-E1AB8B02124C}"/>
              </a:ext>
            </a:extLst>
          </p:cNvPr>
          <p:cNvSpPr/>
          <p:nvPr userDrawn="1"/>
        </p:nvSpPr>
        <p:spPr bwMode="gray">
          <a:xfrm>
            <a:off x="13495450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5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AE386D5-4201-6C21-55BF-AE30828A74FF}"/>
              </a:ext>
            </a:extLst>
          </p:cNvPr>
          <p:cNvSpPr/>
          <p:nvPr userDrawn="1"/>
        </p:nvSpPr>
        <p:spPr bwMode="gray">
          <a:xfrm>
            <a:off x="13715202" y="5528853"/>
            <a:ext cx="193667" cy="193667"/>
          </a:xfrm>
          <a:prstGeom prst="roundRect">
            <a:avLst>
              <a:gd name="adj" fmla="val 23225"/>
            </a:avLst>
          </a:prstGeom>
          <a:solidFill>
            <a:schemeClr val="accent6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FCCD13C-13DF-D323-4F51-3921028E77C1}"/>
              </a:ext>
            </a:extLst>
          </p:cNvPr>
          <p:cNvSpPr>
            <a:spLocks/>
          </p:cNvSpPr>
          <p:nvPr/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658049 w 861983"/>
              <a:gd name="connsiteY0" fmla="*/ 308 h 309203"/>
              <a:gd name="connsiteX1" fmla="*/ 861983 w 861983"/>
              <a:gd name="connsiteY1" fmla="*/ 308 h 309203"/>
              <a:gd name="connsiteX2" fmla="*/ 861983 w 861983"/>
              <a:gd name="connsiteY2" fmla="*/ 69770 h 309203"/>
              <a:gd name="connsiteX3" fmla="*/ 802345 w 861983"/>
              <a:gd name="connsiteY3" fmla="*/ 69770 h 309203"/>
              <a:gd name="connsiteX4" fmla="*/ 802345 w 861983"/>
              <a:gd name="connsiteY4" fmla="*/ 309203 h 309203"/>
              <a:gd name="connsiteX5" fmla="*/ 717687 w 861983"/>
              <a:gd name="connsiteY5" fmla="*/ 309203 h 309203"/>
              <a:gd name="connsiteX6" fmla="*/ 717687 w 861983"/>
              <a:gd name="connsiteY6" fmla="*/ 69770 h 309203"/>
              <a:gd name="connsiteX7" fmla="*/ 658049 w 861983"/>
              <a:gd name="connsiteY7" fmla="*/ 69770 h 309203"/>
              <a:gd name="connsiteX8" fmla="*/ 553088 w 861983"/>
              <a:gd name="connsiteY8" fmla="*/ 308 h 309203"/>
              <a:gd name="connsiteX9" fmla="*/ 637743 w 861983"/>
              <a:gd name="connsiteY9" fmla="*/ 308 h 309203"/>
              <a:gd name="connsiteX10" fmla="*/ 637743 w 861983"/>
              <a:gd name="connsiteY10" fmla="*/ 308895 h 309203"/>
              <a:gd name="connsiteX11" fmla="*/ 553088 w 861983"/>
              <a:gd name="connsiteY11" fmla="*/ 308895 h 309203"/>
              <a:gd name="connsiteX12" fmla="*/ 310128 w 861983"/>
              <a:gd name="connsiteY12" fmla="*/ 308 h 309203"/>
              <a:gd name="connsiteX13" fmla="*/ 312683 w 861983"/>
              <a:gd name="connsiteY13" fmla="*/ 308 h 309203"/>
              <a:gd name="connsiteX14" fmla="*/ 312375 w 861983"/>
              <a:gd name="connsiteY14" fmla="*/ 308893 h 309203"/>
              <a:gd name="connsiteX15" fmla="*/ 312376 w 861983"/>
              <a:gd name="connsiteY15" fmla="*/ 308894 h 309203"/>
              <a:gd name="connsiteX16" fmla="*/ 312375 w 861983"/>
              <a:gd name="connsiteY16" fmla="*/ 308894 h 309203"/>
              <a:gd name="connsiteX17" fmla="*/ 312375 w 861983"/>
              <a:gd name="connsiteY17" fmla="*/ 308895 h 309203"/>
              <a:gd name="connsiteX18" fmla="*/ 312330 w 861983"/>
              <a:gd name="connsiteY18" fmla="*/ 308895 h 309203"/>
              <a:gd name="connsiteX19" fmla="*/ 312330 w 861983"/>
              <a:gd name="connsiteY19" fmla="*/ 308894 h 309203"/>
              <a:gd name="connsiteX20" fmla="*/ 0 w 861983"/>
              <a:gd name="connsiteY20" fmla="*/ 308894 h 309203"/>
              <a:gd name="connsiteX21" fmla="*/ 9822 w 861983"/>
              <a:gd name="connsiteY21" fmla="*/ 233400 h 309203"/>
              <a:gd name="connsiteX22" fmla="*/ 312327 w 861983"/>
              <a:gd name="connsiteY22" fmla="*/ 308882 h 309203"/>
              <a:gd name="connsiteX23" fmla="*/ 312324 w 861983"/>
              <a:gd name="connsiteY23" fmla="*/ 308870 h 309203"/>
              <a:gd name="connsiteX24" fmla="*/ 30128 w 861983"/>
              <a:gd name="connsiteY24" fmla="*/ 177592 h 309203"/>
              <a:gd name="connsiteX25" fmla="*/ 71047 w 861983"/>
              <a:gd name="connsiteY25" fmla="*/ 113197 h 309203"/>
              <a:gd name="connsiteX26" fmla="*/ 312318 w 861983"/>
              <a:gd name="connsiteY26" fmla="*/ 308847 h 309203"/>
              <a:gd name="connsiteX27" fmla="*/ 312293 w 861983"/>
              <a:gd name="connsiteY27" fmla="*/ 308749 h 309203"/>
              <a:gd name="connsiteX28" fmla="*/ 116061 w 861983"/>
              <a:gd name="connsiteY28" fmla="*/ 68799 h 309203"/>
              <a:gd name="connsiteX29" fmla="*/ 180765 w 861983"/>
              <a:gd name="connsiteY29" fmla="*/ 28848 h 309203"/>
              <a:gd name="connsiteX30" fmla="*/ 312277 w 861983"/>
              <a:gd name="connsiteY30" fmla="*/ 308685 h 309203"/>
              <a:gd name="connsiteX31" fmla="*/ 237188 w 861983"/>
              <a:gd name="connsiteY31" fmla="*/ 9205 h 309203"/>
              <a:gd name="connsiteX32" fmla="*/ 310128 w 861983"/>
              <a:gd name="connsiteY32" fmla="*/ 308 h 309203"/>
              <a:gd name="connsiteX33" fmla="*/ 441123 w 861983"/>
              <a:gd name="connsiteY33" fmla="*/ 0 h 309203"/>
              <a:gd name="connsiteX34" fmla="*/ 538155 w 861983"/>
              <a:gd name="connsiteY34" fmla="*/ 0 h 309203"/>
              <a:gd name="connsiteX35" fmla="*/ 413197 w 861983"/>
              <a:gd name="connsiteY35" fmla="*/ 155394 h 309203"/>
              <a:gd name="connsiteX36" fmla="*/ 538772 w 861983"/>
              <a:gd name="connsiteY36" fmla="*/ 308895 h 309203"/>
              <a:gd name="connsiteX37" fmla="*/ 444646 w 861983"/>
              <a:gd name="connsiteY37" fmla="*/ 308895 h 309203"/>
              <a:gd name="connsiteX38" fmla="*/ 332681 w 861983"/>
              <a:gd name="connsiteY38" fmla="*/ 188693 h 309203"/>
              <a:gd name="connsiteX39" fmla="*/ 332681 w 861983"/>
              <a:gd name="connsiteY39" fmla="*/ 119895 h 309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861983" h="309203">
                <a:moveTo>
                  <a:pt x="658049" y="308"/>
                </a:moveTo>
                <a:lnTo>
                  <a:pt x="861983" y="308"/>
                </a:lnTo>
                <a:lnTo>
                  <a:pt x="861983" y="69770"/>
                </a:lnTo>
                <a:lnTo>
                  <a:pt x="802345" y="69770"/>
                </a:lnTo>
                <a:lnTo>
                  <a:pt x="802345" y="309203"/>
                </a:lnTo>
                <a:lnTo>
                  <a:pt x="717687" y="309203"/>
                </a:lnTo>
                <a:lnTo>
                  <a:pt x="717687" y="69770"/>
                </a:lnTo>
                <a:lnTo>
                  <a:pt x="658049" y="69770"/>
                </a:lnTo>
                <a:close/>
                <a:moveTo>
                  <a:pt x="553088" y="308"/>
                </a:moveTo>
                <a:lnTo>
                  <a:pt x="637743" y="308"/>
                </a:lnTo>
                <a:lnTo>
                  <a:pt x="637743" y="308895"/>
                </a:lnTo>
                <a:lnTo>
                  <a:pt x="553088" y="308895"/>
                </a:lnTo>
                <a:close/>
                <a:moveTo>
                  <a:pt x="310128" y="308"/>
                </a:moveTo>
                <a:lnTo>
                  <a:pt x="312683" y="308"/>
                </a:lnTo>
                <a:lnTo>
                  <a:pt x="312375" y="308893"/>
                </a:lnTo>
                <a:lnTo>
                  <a:pt x="312376" y="308894"/>
                </a:lnTo>
                <a:lnTo>
                  <a:pt x="312375" y="308894"/>
                </a:lnTo>
                <a:lnTo>
                  <a:pt x="312375" y="308895"/>
                </a:lnTo>
                <a:lnTo>
                  <a:pt x="312330" y="308895"/>
                </a:lnTo>
                <a:lnTo>
                  <a:pt x="312330" y="308894"/>
                </a:lnTo>
                <a:lnTo>
                  <a:pt x="0" y="308894"/>
                </a:lnTo>
                <a:cubicBezTo>
                  <a:pt x="308" y="282863"/>
                  <a:pt x="3480" y="257493"/>
                  <a:pt x="9822" y="233400"/>
                </a:cubicBezTo>
                <a:lnTo>
                  <a:pt x="312327" y="308882"/>
                </a:lnTo>
                <a:lnTo>
                  <a:pt x="312324" y="308870"/>
                </a:lnTo>
                <a:lnTo>
                  <a:pt x="30128" y="177592"/>
                </a:lnTo>
                <a:cubicBezTo>
                  <a:pt x="40920" y="154425"/>
                  <a:pt x="54882" y="132842"/>
                  <a:pt x="71047" y="113197"/>
                </a:cubicBezTo>
                <a:lnTo>
                  <a:pt x="312318" y="308847"/>
                </a:lnTo>
                <a:lnTo>
                  <a:pt x="312293" y="308749"/>
                </a:lnTo>
                <a:lnTo>
                  <a:pt x="116061" y="68799"/>
                </a:lnTo>
                <a:cubicBezTo>
                  <a:pt x="135750" y="52942"/>
                  <a:pt x="157289" y="39640"/>
                  <a:pt x="180765" y="28848"/>
                </a:cubicBezTo>
                <a:lnTo>
                  <a:pt x="312277" y="308685"/>
                </a:lnTo>
                <a:lnTo>
                  <a:pt x="237188" y="9205"/>
                </a:lnTo>
                <a:cubicBezTo>
                  <a:pt x="260665" y="3480"/>
                  <a:pt x="285066" y="308"/>
                  <a:pt x="310128" y="308"/>
                </a:cubicBezTo>
                <a:close/>
                <a:moveTo>
                  <a:pt x="441123" y="0"/>
                </a:moveTo>
                <a:lnTo>
                  <a:pt x="538155" y="0"/>
                </a:lnTo>
                <a:lnTo>
                  <a:pt x="413197" y="155394"/>
                </a:lnTo>
                <a:lnTo>
                  <a:pt x="538772" y="308895"/>
                </a:lnTo>
                <a:lnTo>
                  <a:pt x="444646" y="308895"/>
                </a:lnTo>
                <a:lnTo>
                  <a:pt x="332681" y="188693"/>
                </a:lnTo>
                <a:lnTo>
                  <a:pt x="332681" y="11989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14130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s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Text Slides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96487C8-3898-9A0D-C9F9-756ABF29CC7A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BB845C91-C89E-338E-C9EA-4C39346DFA5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176FA26C-F202-41D1-CD6E-898DF2DEBB09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09343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7561264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9D431E4-E519-1234-FE33-E8AB807780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6C038B-66C7-4B1D-B0C1-79C27504182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38985F4-50E8-E270-E8DA-DC9A5DFEC6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811813F-F15B-6052-8D32-B7BF1C278A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80263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6203953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89038B4-FE9D-E75E-CBA7-A4AFDD61FFE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B3F8990C-EE9B-9FAE-C44C-270F39377E6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C8FCD27-29AE-82EA-3746-DBEB0532798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968261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59263" y="1598217"/>
            <a:ext cx="367188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5FAB14BE-0A96-B2A6-1E7C-652A5A235D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155944" y="1592263"/>
            <a:ext cx="3664582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FCF9B44-89CE-5C78-E17A-E0D8DDD8AA0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EFA24C-4854-415A-83F6-7FB79E67690A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2B90CFD-7675-410D-5FBC-60FE99027A6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EE605EC-0BAE-E682-2FEE-959934696D4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07566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x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87713" y="1598217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5FAB14BE-0A96-B2A6-1E7C-652A5A235D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203949" y="1592263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A18B540B-0C8C-E249-F263-396FA418CF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9120188" y="1592263"/>
            <a:ext cx="270033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6F2C2F2-A469-FDA9-4694-B14CE4D2B830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DCAECAB-ACC2-4650-AB96-58764D574C19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9FE437C-2FB5-8E53-12AF-758B9C09B96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C6255C4-5E26-8F03-0093-3FE830E79CD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93020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A60EB3CE-8FA7-6B59-50FD-F65D29AB3304}"/>
              </a:ext>
            </a:extLst>
          </p:cNvPr>
          <p:cNvSpPr txBox="1">
            <a:spLocks/>
          </p:cNvSpPr>
          <p:nvPr userDrawn="1"/>
        </p:nvSpPr>
        <p:spPr bwMode="gray">
          <a:xfrm>
            <a:off x="1234988" y="1592263"/>
            <a:ext cx="10585538" cy="345757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Wingdings" panose="05000000000000000000" pitchFamily="2" charset="2"/>
              <a:buNone/>
            </a:pPr>
            <a:r>
              <a:rPr lang="en-US" sz="12000" b="1" dirty="0">
                <a:solidFill>
                  <a:schemeClr val="bg1"/>
                </a:solidFill>
              </a:rPr>
              <a:t>Text &amp; </a:t>
            </a:r>
            <a:br>
              <a:rPr lang="en-US" sz="12000" b="1" dirty="0">
                <a:solidFill>
                  <a:schemeClr val="bg1"/>
                </a:solidFill>
              </a:rPr>
            </a:br>
            <a:r>
              <a:rPr lang="en-US" sz="12000" b="1" dirty="0" err="1">
                <a:solidFill>
                  <a:schemeClr val="bg1"/>
                </a:solidFill>
              </a:rPr>
              <a:t>Pictue</a:t>
            </a:r>
            <a:endParaRPr lang="en-US" sz="12000" b="1" dirty="0">
              <a:solidFill>
                <a:schemeClr val="bg1"/>
              </a:solidFill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D91CF98-7E64-A92D-A585-8CE7EB1112F2}"/>
              </a:ext>
            </a:extLst>
          </p:cNvPr>
          <p:cNvGrpSpPr/>
          <p:nvPr userDrawn="1"/>
        </p:nvGrpSpPr>
        <p:grpSpPr>
          <a:xfrm>
            <a:off x="9749847" y="2816226"/>
            <a:ext cx="1207276" cy="1009648"/>
            <a:chOff x="9336214" y="2528900"/>
            <a:chExt cx="1980368" cy="1656188"/>
          </a:xfrm>
        </p:grpSpPr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0DC14551-5FA4-58A0-A5D0-4712444E529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336214" y="3356994"/>
              <a:ext cx="1980368" cy="0"/>
            </a:xfrm>
            <a:prstGeom prst="line">
              <a:avLst/>
            </a:prstGeom>
            <a:ln w="152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aute 4">
              <a:extLst>
                <a:ext uri="{FF2B5EF4-FFF2-40B4-BE49-F238E27FC236}">
                  <a16:creationId xmlns:a16="http://schemas.microsoft.com/office/drawing/2014/main" id="{CA816A33-7090-9599-A875-ED901DF398EA}"/>
                </a:ext>
              </a:extLst>
            </p:cNvPr>
            <p:cNvSpPr/>
            <p:nvPr userDrawn="1"/>
          </p:nvSpPr>
          <p:spPr bwMode="gray">
            <a:xfrm>
              <a:off x="10488488" y="2528900"/>
              <a:ext cx="828094" cy="1656188"/>
            </a:xfrm>
            <a:custGeom>
              <a:avLst/>
              <a:gdLst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0 w 648072"/>
                <a:gd name="connsiteY4" fmla="*/ 32403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4" fmla="*/ 91440 w 648072"/>
                <a:gd name="connsiteY4" fmla="*/ 415476 h 648072"/>
                <a:gd name="connsiteX0" fmla="*/ 0 w 648072"/>
                <a:gd name="connsiteY0" fmla="*/ 324036 h 648072"/>
                <a:gd name="connsiteX1" fmla="*/ 324036 w 648072"/>
                <a:gd name="connsiteY1" fmla="*/ 0 h 648072"/>
                <a:gd name="connsiteX2" fmla="*/ 648072 w 648072"/>
                <a:gd name="connsiteY2" fmla="*/ 324036 h 648072"/>
                <a:gd name="connsiteX3" fmla="*/ 324036 w 648072"/>
                <a:gd name="connsiteY3" fmla="*/ 648072 h 648072"/>
                <a:gd name="connsiteX0" fmla="*/ 0 w 324036"/>
                <a:gd name="connsiteY0" fmla="*/ 0 h 648072"/>
                <a:gd name="connsiteX1" fmla="*/ 324036 w 324036"/>
                <a:gd name="connsiteY1" fmla="*/ 324036 h 648072"/>
                <a:gd name="connsiteX2" fmla="*/ 0 w 324036"/>
                <a:gd name="connsiteY2" fmla="*/ 648072 h 64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4036" h="648072">
                  <a:moveTo>
                    <a:pt x="0" y="0"/>
                  </a:moveTo>
                  <a:lnTo>
                    <a:pt x="324036" y="324036"/>
                  </a:lnTo>
                  <a:lnTo>
                    <a:pt x="0" y="648072"/>
                  </a:lnTo>
                </a:path>
              </a:pathLst>
            </a:custGeom>
            <a:noFill/>
            <a:ln w="152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44000" rIns="144000" bIns="144000" rtlCol="0" anchor="ctr"/>
            <a:lstStyle/>
            <a:p>
              <a:pPr algn="ctr"/>
              <a:endParaRPr lang="en-US" sz="1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138540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x Text and Picture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7561263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60849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1"/>
            <a:ext cx="4043361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D70B73C-0CF1-5C0D-6E7E-0F2140886ACB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F79FA06E-4A79-9BE7-7176-0CDABBFDEA0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5162CB2-A7D9-4B0F-A491-B628B002763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ACCEBE-2A95-EBE4-CD9F-A6EDDA24967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930C461-1671-0A4D-6841-C1DA8B5BA1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EA6D74CA-A6BA-B921-DEB9-D6A49E43D2E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53679442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x Text and 2x Picture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7561263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260849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0"/>
            <a:ext cx="4043361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Bildplatzhalter 15">
            <a:extLst>
              <a:ext uri="{FF2B5EF4-FFF2-40B4-BE49-F238E27FC236}">
                <a16:creationId xmlns:a16="http://schemas.microsoft.com/office/drawing/2014/main" id="{8F5116AB-EDC8-4AAB-4B23-B0F880D3116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148638" y="3429000"/>
            <a:ext cx="4043361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E76EE313-5AAA-A0EA-8444-811EFE1191D0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A1FC182A-F96F-5221-873F-3B2B5AAB8E5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787E1A6-367D-4C82-98C8-5DC8BA5A076D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32C1A369-5E22-F1DC-FC91-3E67E0891AA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1294EBFA-1C3B-20E4-7E18-EADCA4BF01E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687767C0-1F3D-3EB7-C35E-3DFC7F453FE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209034911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5616575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0" y="1"/>
            <a:ext cx="5988049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6D641E1-639F-0493-BBF6-89BD42031440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2E680-3FF9-ABDB-21FE-FBA02779216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A8B3E53C-B5E8-47F4-9E8D-4A12C0CC2ACB}" type="datetime3">
              <a:rPr lang="de-DE" noProof="1" smtClean="0"/>
              <a:t>29/12/25</a:t>
            </a:fld>
            <a:endParaRPr lang="en-US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A526B-BB77-0D6A-817F-6C40D944BDC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3887786" cy="584200"/>
          </a:xfrm>
        </p:spPr>
        <p:txBody>
          <a:bodyPr/>
          <a:lstStyle/>
          <a:p>
            <a:r>
              <a:rPr lang="en-US" noProof="1"/>
              <a:t>Team Report - HOT AI Project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F4C557-2716-4BAC-1F79-F528FD3982D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9" name="SmartArt Placeholder 8">
            <a:extLst>
              <a:ext uri="{FF2B5EF4-FFF2-40B4-BE49-F238E27FC236}">
                <a16:creationId xmlns:a16="http://schemas.microsoft.com/office/drawing/2014/main" id="{644C98EE-B3A7-7238-F3DE-A4EEE986D320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443573806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x Picture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5616575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5616575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77424FD-F9EC-9D50-76B7-A15217260B9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03952" y="0"/>
            <a:ext cx="598804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E6670E1C-5A99-3F90-22DA-92683344E10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203952" y="3429000"/>
            <a:ext cx="598804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CE029FC3-CCFD-6807-4B07-283D6D2E4AC3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4BE23FB-82F9-256A-844F-E66CF0B1169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8571935-2DCD-4943-A2D7-362633AF466F}" type="datetime3">
              <a:rPr lang="de-DE" noProof="1" smtClean="0"/>
              <a:t>29/12/25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B82624-8EFE-AB1E-C365-BC8C7FE4BEC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3887786" cy="584200"/>
          </a:xfrm>
        </p:spPr>
        <p:txBody>
          <a:bodyPr/>
          <a:lstStyle/>
          <a:p>
            <a:r>
              <a:rPr lang="en-US" noProof="1"/>
              <a:t>Team Report - HOT AI Project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15CD544-922E-96F9-8EAB-ABE0DF7E74C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C80D2BB3-E138-B7DD-31BD-76E8F71E4E39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2522758344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4" y="1"/>
            <a:ext cx="7932736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CC92567-845B-5A16-AD42-AF8D88C03086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1EFE2-E8B5-56D7-6032-6F049A14EA6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301EEDE-4273-48D9-B764-E45459D5AB09}" type="datetime3">
              <a:rPr lang="de-DE" noProof="1" smtClean="0"/>
              <a:t>29/12/25</a:t>
            </a:fld>
            <a:endParaRPr lang="en-US" noProof="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05A39-8EF3-2CC5-3106-31B6DF3A23F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Team Report - HOT AI Project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9CFE138-5A56-42D1-CEDB-6704D5C323D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9" name="SmartArt Placeholder 8">
            <a:extLst>
              <a:ext uri="{FF2B5EF4-FFF2-40B4-BE49-F238E27FC236}">
                <a16:creationId xmlns:a16="http://schemas.microsoft.com/office/drawing/2014/main" id="{F2824E2A-4652-0276-77D5-E2F7A17236EF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88654495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x Pictur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793273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4259263" y="3429000"/>
            <a:ext cx="7932737" cy="3428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27364D22-E1CE-D3E5-45DB-66B9F8D3C95C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25E92D-EEDF-41E0-AFB0-5B7CA56902F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D7B9E5F-C172-4291-80FB-8CE62B61827C}" type="datetime3">
              <a:rPr lang="de-DE" noProof="1" smtClean="0"/>
              <a:t>29/12/25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181661-B42D-C815-F777-F226E4013AB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Team Report - HOT AI Project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17A4FC51-B5D1-EA2C-4520-8FBD7D0AD4F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25AC6484-86DB-2DAB-BB62-A5745F449A7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63630723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2x Picture vertic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3967200" cy="6858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224800" y="0"/>
            <a:ext cx="3967200" cy="6858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0946D4BB-B535-21BF-5706-F2593173BAA1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42913EC-AA64-42F8-7D39-B16842087DF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FA397E8-017E-45D1-97E6-D3149CA5308A}" type="datetime3">
              <a:rPr lang="de-DE" noProof="1" smtClean="0"/>
              <a:t>29/12/25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CE0DADB-FC3F-095E-4791-75B52230B02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Team Report - HOT AI Project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A1CFBF2-D69A-34C8-B3BD-C059BF951A1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B89CE0D6-653F-7F8C-F948-4496D414E60D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209978504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4x Picture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21C31316-62F6-D18F-1737-CCC5C0FA2D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259263" y="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9ECB9B22-62D9-8BEF-B4AF-E3D501B30BF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224800" y="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299"/>
            <a:ext cx="3671889" cy="1008063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4" y="1592263"/>
            <a:ext cx="3671889" cy="4684711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0" name="Bildplatzhalter 15">
            <a:extLst>
              <a:ext uri="{FF2B5EF4-FFF2-40B4-BE49-F238E27FC236}">
                <a16:creationId xmlns:a16="http://schemas.microsoft.com/office/drawing/2014/main" id="{7F82C154-C2F8-0DAB-C0BD-5339CDD093A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59263" y="342900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Bildplatzhalter 15">
            <a:extLst>
              <a:ext uri="{FF2B5EF4-FFF2-40B4-BE49-F238E27FC236}">
                <a16:creationId xmlns:a16="http://schemas.microsoft.com/office/drawing/2014/main" id="{20C756FA-7475-759D-D898-FED49EC21C6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224800" y="3429000"/>
            <a:ext cx="3967200" cy="3429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3376BD9-6CCE-719E-7D39-A434E6F082BA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230D9CD-2193-97AA-1758-B1FC1421DAA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8D62E8B-7EA1-4874-A579-EBBA8AB71171}" type="datetime3">
              <a:rPr lang="de-DE" noProof="1" smtClean="0"/>
              <a:t>29/12/25</a:t>
            </a:fld>
            <a:endParaRPr lang="en-US" noProof="1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9C73A4-0550-88A3-B15C-D839D27C3A4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100264" y="6273800"/>
            <a:ext cx="1943100" cy="584200"/>
          </a:xfrm>
        </p:spPr>
        <p:txBody>
          <a:bodyPr/>
          <a:lstStyle/>
          <a:p>
            <a:r>
              <a:rPr lang="en-US" noProof="1"/>
              <a:t>Team Report - HOT AI Project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09BE537-47E8-E28E-E31C-569B375CD31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CC855A49-14E5-453A-4AAE-9D55DDBC3682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2401195878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and Picture horizontal 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2816225"/>
            <a:ext cx="3671889" cy="346074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255615" y="2816225"/>
            <a:ext cx="3671889" cy="346074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Textplatzhalter 7">
            <a:extLst>
              <a:ext uri="{FF2B5EF4-FFF2-40B4-BE49-F238E27FC236}">
                <a16:creationId xmlns:a16="http://schemas.microsoft.com/office/drawing/2014/main" id="{7600DACF-0260-C244-6BC3-A95B98E320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8144990" y="2816225"/>
            <a:ext cx="3671889" cy="346074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26003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8BCFDEC-EEB4-FB94-494B-7A6B7C8104D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096E1C1C-72F3-4D06-84C3-66E040B7E802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E38CEE48-7318-2C48-A4DB-0374240E6DC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E2A6EAAC-D781-C247-456C-6DDB93810F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42044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orizontal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4041775"/>
            <a:ext cx="5616575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9EC190A-F91D-A63D-5DE6-284075CC06D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F806F01-6434-460A-B3DC-0DE6F469AE8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7D6DBFAC-7948-6CD4-F795-0F657587514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806FD95-1722-01B2-D054-0F1C46053F9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6583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x Picture horizontal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4041775"/>
            <a:ext cx="5616575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6203948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50" y="-1"/>
            <a:ext cx="5988050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E289A028-6BAD-57D6-0C99-2E2EE8D2385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E76335CB-9330-4E8E-B29C-0DA3B2294BC6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F70BBC8-26C8-72F5-7017-C4E9ADC511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4220114-93CE-7986-FBD4-6B87CC84D15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61536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x Picture horizontal (M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4041775"/>
            <a:ext cx="5616575" cy="2235198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4041775"/>
            <a:ext cx="3671886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4259261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-1"/>
            <a:ext cx="3889375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B0C0D4B8-0642-DA51-02B4-CD518D792A1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8148638" y="-1"/>
            <a:ext cx="4043360" cy="382428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94F7FD17-6F08-455B-89F3-014E426ED5A9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0900841-E2D3-44AE-96D8-FA7CC97780C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95BB98B-CA7B-1291-9702-334ACEEE83D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9F8E6D6-952F-6259-CB3F-D9FD0CF614A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45613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C3AEDD-A574-4DAF-D1EC-A27C2292DE6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57D7123-4EA4-43C2-A0E7-26E286DEF44D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F58EBD7-6711-442F-F11B-AEE90C03C9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8F5ADB7-1DE3-CF4C-2772-4A7CBBB483E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54893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2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203949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08F79B48-DA81-CB7D-4184-C12044C471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2" y="-1"/>
            <a:ext cx="6203948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73DB8F0C-439C-6E68-E1D6-2CD9C93ACEF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50" y="-1"/>
            <a:ext cx="5988049" cy="504983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C26F2CC-FD06-0D05-F9BC-EA3577B02BA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181334E-FE94-4DD3-A548-CFDBB5DC484D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4B56F4D1-3BED-CF11-4CA9-195A2857302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82BB5B3-0CF3-C297-3B12-70918709FF8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33850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D81F5719-88F7-8122-30E7-C4EDDE47BE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DF833069-8A51-2788-517E-244A50E9A0E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8FBD7F7D-0AAE-6C8E-E25F-AD0146EE9D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CC866A8-34DE-9962-F35F-CD530235112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C9D4146-CB6A-4ED1-B3EF-1B4C7038595B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CD73AD41-5895-7F97-5F11-9EE28D61761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AC39AA92-697F-9C87-7391-FD2148F379B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03974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4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1" name="Bildplatzhalter 15">
            <a:extLst>
              <a:ext uri="{FF2B5EF4-FFF2-40B4-BE49-F238E27FC236}">
                <a16:creationId xmlns:a16="http://schemas.microsoft.com/office/drawing/2014/main" id="{57221ED0-08B5-804A-A5D3-858C1FBF65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2C1B9B64-2441-8357-F153-985A05DAB7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3B17586A-9CCE-8295-2F97-E528DD0C3C8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0C7BBDAF-B20D-60D9-3199-BC0FA5A0FEA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B07C1E-75AF-D661-9B0E-FB6406930C72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13CB1D5E-FA5C-45FF-9FAD-C8484198B894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6F2A8345-FC50-948A-F811-0B4575026B2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9AA0923-C682-650B-E243-7EC5A1EB5715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23684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5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5DC53031-0D17-F341-B556-CAB21B21AD9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Bildplatzhalter 15">
            <a:extLst>
              <a:ext uri="{FF2B5EF4-FFF2-40B4-BE49-F238E27FC236}">
                <a16:creationId xmlns:a16="http://schemas.microsoft.com/office/drawing/2014/main" id="{7621CD60-0EEE-8EE1-2413-15ACFBB4FD0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50498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7834F377-608A-1764-2D89-CC39A31EDCC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Bildplatzhalter 15">
            <a:extLst>
              <a:ext uri="{FF2B5EF4-FFF2-40B4-BE49-F238E27FC236}">
                <a16:creationId xmlns:a16="http://schemas.microsoft.com/office/drawing/2014/main" id="{4C11F33F-4952-0822-BD29-5112BEE9D3D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E636C18E-9864-2F8B-F6CA-5E977141C9D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8" y="2528900"/>
            <a:ext cx="4043362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81462F4-7E9B-9816-7A91-CD63748EFFA7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30DFBC88-60DB-4179-B88B-4B0FC6B88CE4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C2F10F94-6302-EFB2-67BF-534AEC1DF945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3E4D86CD-F0F0-D953-FC70-25716FFC701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80553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6x Picture horizontal (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5616575" cy="1011236"/>
          </a:xfrm>
        </p:spPr>
        <p:txBody>
          <a:bodyPr tIns="0"/>
          <a:lstStyle/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6" cy="1008062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3" name="Bildplatzhalter 15">
            <a:extLst>
              <a:ext uri="{FF2B5EF4-FFF2-40B4-BE49-F238E27FC236}">
                <a16:creationId xmlns:a16="http://schemas.microsoft.com/office/drawing/2014/main" id="{06B3F9A9-7D44-E3D9-34C3-186B5CE72C7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0"/>
            <a:ext cx="42592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487580F0-10F0-597D-B74B-3AA53C72CB5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59263" y="0"/>
            <a:ext cx="3889375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Bildplatzhalter 15">
            <a:extLst>
              <a:ext uri="{FF2B5EF4-FFF2-40B4-BE49-F238E27FC236}">
                <a16:creationId xmlns:a16="http://schemas.microsoft.com/office/drawing/2014/main" id="{479D4CF8-3CF2-33EE-3E52-E67D33D232A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0"/>
            <a:ext cx="4043362" cy="25289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681FE394-9FBF-7254-E399-7BF501CFF5E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-1" y="2528900"/>
            <a:ext cx="4259263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2EC1BE5C-58BE-A28F-D48F-AACC647D303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4259262" y="2528900"/>
            <a:ext cx="3889375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A1CE0C82-8D00-6128-A723-75FB35F9E4B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8" y="2528900"/>
            <a:ext cx="4043362" cy="2520938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D9D3A7-656E-5EF8-DC21-9E4100AD724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4B52F3F-793E-4334-AC65-20A174C28DEF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15DD17-D1C2-CAD1-2B57-987C840DD9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4FC4E6F-39C1-2BF6-B3CD-824ACF39607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833482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" y="-1"/>
            <a:ext cx="12191999" cy="6858001"/>
          </a:xfrm>
        </p:spPr>
        <p:txBody>
          <a:bodyPr tIns="90000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5265737"/>
            <a:ext cx="7561263" cy="1011236"/>
          </a:xfrm>
        </p:spPr>
        <p:txBody>
          <a:bodyPr t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A93AEE-C09B-11EE-62B2-D258B26B0D2C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A26D7894-F140-1F47-D2F6-229CD2C494F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EEE924-64E9-4EA7-AE88-5AD857FBB0A6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60435903-70F1-B75C-C10A-BC04CBD3B6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5C091A42-6A7C-132E-E5ED-A7A2F10231A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martArt Placeholder 3">
            <a:extLst>
              <a:ext uri="{FF2B5EF4-FFF2-40B4-BE49-F238E27FC236}">
                <a16:creationId xmlns:a16="http://schemas.microsoft.com/office/drawing/2014/main" id="{AF2A633C-85DA-E08F-E985-EE1D753E33BE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957802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Text und 2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4" y="1592263"/>
            <a:ext cx="5616575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49" y="1592263"/>
            <a:ext cx="5616575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203950" y="5265738"/>
            <a:ext cx="5616575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EE3343F-20F8-0E46-42FA-821D2026B50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54724B8-AB40-4343-9CFB-9FA3CFE4E5D6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57DF4F2F-5D04-4C9E-307B-30037ABC94A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D81DB6B4-64B1-EEDE-D757-88A82845A33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19231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x Text und 3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5265738"/>
            <a:ext cx="3671889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4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60848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260849" y="5265738"/>
            <a:ext cx="3671889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8" y="1592263"/>
            <a:ext cx="3671889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48639" y="5265738"/>
            <a:ext cx="3671889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CDF1D0DD-152A-CD72-F7A9-948FA54C791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7F73A7A2-A1EA-4233-9E89-4D06A444C7EA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10188A5A-13A0-E431-44B3-E58A8A6D0DD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79C41ECA-AF89-1BAD-40AE-C421974015D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39513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Text und 4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6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28582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285827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20568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05687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120186" y="1592263"/>
            <a:ext cx="2700338" cy="345757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9120187" y="5265738"/>
            <a:ext cx="2700338" cy="1011236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15DC6279-864D-E5B0-0BBF-962E9E50B6F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E319AF2-8D52-4B85-B218-D0EA557322FD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3CF6C9B7-B599-4BE6-52FB-051D2A0B3B4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9EAF3799-0F9B-7F03-53B6-D30505ED8E7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697891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 Text und 5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6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2704537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907"/>
            <a:ext cx="11449050" cy="1007455"/>
          </a:xfrm>
        </p:spPr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704538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5037599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037600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7370661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370662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290663F7-C01E-A524-14EE-F495697580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9703724" y="1592263"/>
            <a:ext cx="2116800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4A722441-C52C-1DE3-6900-FAF58B44C9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9703725" y="4041775"/>
            <a:ext cx="2116800" cy="2235199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99193BC6-5DE5-F84B-817B-E27F95FD4E3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12D1511-7AFD-4D91-BC4A-AE1D1822497B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A4281E8C-1C19-EF23-952B-CD22CCC9F3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C9F951DB-FC7A-C00E-DAB8-004CEF0ABB38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058711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x Text und 6x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6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2314574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2314575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259262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259263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203949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03950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290663F7-C01E-A524-14EE-F495697580C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149231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4A722441-C52C-1DE3-6900-FAF58B44C9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8148638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CDB5A221-6B48-924B-A1FD-6D62179C207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10090049" y="1592262"/>
            <a:ext cx="1728788" cy="2232025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EB10AE12-A5D0-F238-1264-88B90FA440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10090050" y="4041774"/>
            <a:ext cx="1728788" cy="2232025"/>
          </a:xfrm>
        </p:spPr>
        <p:txBody>
          <a:bodyPr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79DD9CB7-7539-1828-FADA-78A66F2349FA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F0944C62-C8CA-4859-96E4-CA2700C0F29B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63BDBE70-17B1-8520-1846-0D0FF5DC7FC7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7D5DEFA5-487F-8348-320F-F21E9955110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403977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Picture and 4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3360814"/>
            <a:ext cx="5616575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5616574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203948" y="1592262"/>
            <a:ext cx="5616575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203950" y="3360814"/>
            <a:ext cx="5616575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371475" y="4041775"/>
            <a:ext cx="5616573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71474" y="5805774"/>
            <a:ext cx="5616573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6203949" y="4041774"/>
            <a:ext cx="5616575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03950" y="5805774"/>
            <a:ext cx="5616573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Datumsplatzhalter 13">
            <a:extLst>
              <a:ext uri="{FF2B5EF4-FFF2-40B4-BE49-F238E27FC236}">
                <a16:creationId xmlns:a16="http://schemas.microsoft.com/office/drawing/2014/main" id="{17649989-D9AA-435F-7A4A-0B2A5E1ECF2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917776C-CF39-49BE-9E40-830FD5831608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5" name="Fußzeilenplatzhalter 14">
            <a:extLst>
              <a:ext uri="{FF2B5EF4-FFF2-40B4-BE49-F238E27FC236}">
                <a16:creationId xmlns:a16="http://schemas.microsoft.com/office/drawing/2014/main" id="{C9F316C1-96F5-A67B-AF23-9ACC6CA9F2A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D2A681F8-D362-068B-DB53-4422E123610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13593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x Picture and 6x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71475" y="3360814"/>
            <a:ext cx="3671888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71475" y="1592262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3" name="Bildplatzhalter 15">
            <a:extLst>
              <a:ext uri="{FF2B5EF4-FFF2-40B4-BE49-F238E27FC236}">
                <a16:creationId xmlns:a16="http://schemas.microsoft.com/office/drawing/2014/main" id="{CD8BE5C1-5277-9F0D-214B-6BE9AC8AC9F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260846" y="1592262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6D2788FA-E004-70D7-3A51-569E0F254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dirty="0"/>
              <a:t>Add Title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EEEB74CB-203B-02FC-976A-B40F94BCE8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260848" y="3360814"/>
            <a:ext cx="3671888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2" name="Bildplatzhalter 15">
            <a:extLst>
              <a:ext uri="{FF2B5EF4-FFF2-40B4-BE49-F238E27FC236}">
                <a16:creationId xmlns:a16="http://schemas.microsoft.com/office/drawing/2014/main" id="{F8AC44F9-1F23-6873-474A-BE0A023DEAD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48637" y="1594869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EADE0E58-96C3-B4F9-7508-58B7536F7C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48637" y="3358868"/>
            <a:ext cx="3671888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2" name="Bildplatzhalter 15">
            <a:extLst>
              <a:ext uri="{FF2B5EF4-FFF2-40B4-BE49-F238E27FC236}">
                <a16:creationId xmlns:a16="http://schemas.microsoft.com/office/drawing/2014/main" id="{C4D4B916-72EE-D72A-5C96-51535BE77B0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71475" y="4041774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37F1E17B-BC6D-5885-9A9E-8DFC4EE2BF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371474" y="5805774"/>
            <a:ext cx="3671888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4" name="Bildplatzhalter 15">
            <a:extLst>
              <a:ext uri="{FF2B5EF4-FFF2-40B4-BE49-F238E27FC236}">
                <a16:creationId xmlns:a16="http://schemas.microsoft.com/office/drawing/2014/main" id="{DC1FEB43-DE82-8732-4F57-F71B0E7269D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4259260" y="4044948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1677C5CF-B71C-20E0-5EC4-77FF60F7CB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4259262" y="5813500"/>
            <a:ext cx="3671888" cy="463474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DFEEF33F-FBF4-3DE9-D0E5-00A10C7FC56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8148637" y="4041773"/>
            <a:ext cx="3671888" cy="1764000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7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A36A8A1C-5BB2-98A0-32C5-38F2E40CEFE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8148637" y="5805773"/>
            <a:ext cx="3671888" cy="464400"/>
          </a:xfrm>
        </p:spPr>
        <p:txBody>
          <a:bodyPr tIns="144000"/>
          <a:lstStyle/>
          <a:p>
            <a:pPr lvl="0"/>
            <a:r>
              <a:rPr lang="en-US" dirty="0"/>
              <a:t>Add text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A5232473-C891-573E-C486-121FF378F57C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8AB70BB5-ED1A-405A-B03A-C33ADDD85679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7302FC03-B491-A207-7DBA-127BB90729DD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8B67C2D4-3135-E49A-5148-63257685678A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620574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300"/>
            <a:ext cx="7561263" cy="4681537"/>
          </a:xfrm>
        </p:spPr>
        <p:txBody>
          <a:bodyPr/>
          <a:lstStyle>
            <a:lvl1pPr marL="432000" indent="-432000">
              <a:buClrTx/>
              <a:buFont typeface="Franklin Gothic Medium" panose="020B0603020102020204" pitchFamily="34" charset="0"/>
              <a:buChar char="”"/>
              <a:defRPr sz="5000"/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259262" y="5265738"/>
            <a:ext cx="3673475" cy="1011236"/>
          </a:xfrm>
        </p:spPr>
        <p:txBody>
          <a:bodyPr anchor="b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1800" b="1">
                <a:solidFill>
                  <a:schemeClr val="accent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400" b="0">
                <a:solidFill>
                  <a:schemeClr val="tx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Add text</a:t>
            </a:r>
          </a:p>
        </p:txBody>
      </p:sp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48638" y="1"/>
            <a:ext cx="4043362" cy="6857999"/>
          </a:xfrm>
        </p:spPr>
        <p:txBody>
          <a:bodyPr tIns="900000" anchor="ctr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/>
            </a:lvl1pPr>
          </a:lstStyle>
          <a:p>
            <a:r>
              <a:rPr lang="en-US" dirty="0"/>
              <a:t>Insert picture by clicking on the symbol.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Alternatively, copy the image to the clipboard,</a:t>
            </a:r>
            <a:br>
              <a:rPr lang="en-US" dirty="0"/>
            </a:br>
            <a:r>
              <a:rPr lang="en-US" dirty="0"/>
              <a:t> select the placeholder and paste the image.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A2B4EB0-6F81-8A92-AEB6-3A876DF968E9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0B1A5CA9-F444-9ABD-A3CA-65CB055B04B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07095A-4448-407F-8CF2-A88DCA62EE71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5110DDBB-783E-176F-3138-CDB539444C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C1568248-D3ED-9CDD-8765-05A7F7D909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CD118D49-289F-F3C3-A4F7-A7BAA877B06B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3156005636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57999"/>
          </a:xfrm>
          <a:solidFill>
            <a:schemeClr val="tx1"/>
          </a:solidFill>
        </p:spPr>
        <p:txBody>
          <a:bodyPr tIns="0" rIns="36000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the image to the clipboard,</a:t>
            </a:r>
            <a:br>
              <a:rPr lang="en-US" dirty="0"/>
            </a:br>
            <a:r>
              <a:rPr lang="en-US" dirty="0"/>
              <a:t> select the placeholder </a:t>
            </a:r>
            <a:br>
              <a:rPr lang="en-US" dirty="0"/>
            </a:br>
            <a:r>
              <a:rPr lang="en-US" dirty="0"/>
              <a:t>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" y="0"/>
            <a:ext cx="9875838" cy="6858000"/>
          </a:xfrm>
          <a:gradFill>
            <a:gsLst>
              <a:gs pos="0">
                <a:schemeClr val="tx1">
                  <a:alpha val="50000"/>
                </a:schemeClr>
              </a:gs>
              <a:gs pos="45000">
                <a:schemeClr val="tx1">
                  <a:alpha val="0"/>
                </a:schemeClr>
              </a:gs>
            </a:gsLst>
            <a:lin ang="3600000" scaled="0"/>
          </a:gradFill>
        </p:spPr>
        <p:txBody>
          <a:bodyPr lIns="370800" tIns="367200"/>
          <a:lstStyle>
            <a:lvl1pPr marL="0" indent="0">
              <a:buClrTx/>
              <a:buFont typeface="Franklin Gothic Medium" panose="020B0603020102020204" pitchFamily="34" charset="0"/>
              <a:buNone/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8" y="5265738"/>
            <a:ext cx="3671887" cy="1011236"/>
          </a:xfrm>
        </p:spPr>
        <p:txBody>
          <a:bodyPr anchor="t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2000" b="1">
                <a:solidFill>
                  <a:schemeClr val="bg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600" b="0">
                <a:solidFill>
                  <a:schemeClr val="bg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E8BE99-BBFE-1166-A5A4-5E8F865BC339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75F87F0-97BD-75C5-3B01-5453495E2DA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B3D5ADF-849C-4134-97A1-9AE034FB27CC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69DC4A23-8BC7-B256-93F3-F3D72EA72D2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12BEC3C-F478-347A-87BC-A57694C03C4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5CFA640E-0C3B-EC08-4180-576AB4B63F75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128622433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5">
            <a:extLst>
              <a:ext uri="{FF2B5EF4-FFF2-40B4-BE49-F238E27FC236}">
                <a16:creationId xmlns:a16="http://schemas.microsoft.com/office/drawing/2014/main" id="{3D7FEBCC-B6B1-D6F4-B8C4-39CAEC3BF5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0" y="0"/>
            <a:ext cx="12192000" cy="6857999"/>
          </a:xfrm>
          <a:solidFill>
            <a:schemeClr val="tx1"/>
          </a:solidFill>
        </p:spPr>
        <p:txBody>
          <a:bodyPr tIns="0" rIns="360000" anchor="ctr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the image to the clipboard,</a:t>
            </a:r>
            <a:br>
              <a:rPr lang="en-US" dirty="0"/>
            </a:br>
            <a:r>
              <a:rPr lang="en-US" dirty="0"/>
              <a:t> select the placeholder </a:t>
            </a:r>
            <a:br>
              <a:rPr lang="en-US" dirty="0"/>
            </a:br>
            <a:r>
              <a:rPr lang="en-US" dirty="0"/>
              <a:t>and paste the image.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" y="0"/>
            <a:ext cx="9875838" cy="6858000"/>
          </a:xfrm>
          <a:gradFill>
            <a:gsLst>
              <a:gs pos="0">
                <a:schemeClr val="tx1">
                  <a:alpha val="50000"/>
                </a:schemeClr>
              </a:gs>
              <a:gs pos="45000">
                <a:schemeClr val="tx1">
                  <a:alpha val="0"/>
                </a:schemeClr>
              </a:gs>
            </a:gsLst>
            <a:lin ang="3600000" scaled="0"/>
          </a:gradFill>
        </p:spPr>
        <p:txBody>
          <a:bodyPr lIns="370800" tIns="367200"/>
          <a:lstStyle>
            <a:lvl1pPr marL="0" indent="0">
              <a:buClrTx/>
              <a:buFont typeface="Franklin Gothic Medium" panose="020B0603020102020204" pitchFamily="34" charset="0"/>
              <a:buNone/>
              <a:defRPr sz="3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4B639C-9221-9BDD-0103-AF80E5F4FC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71475" y="2816225"/>
            <a:ext cx="3671888" cy="22336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Tx/>
              <a:defRPr>
                <a:solidFill>
                  <a:schemeClr val="bg1"/>
                </a:solidFill>
              </a:defRPr>
            </a:lvl2pPr>
            <a:lvl3pPr>
              <a:buClrTx/>
              <a:defRPr>
                <a:solidFill>
                  <a:schemeClr val="bg1"/>
                </a:solidFill>
              </a:defRPr>
            </a:lvl3pPr>
            <a:lvl4pPr>
              <a:buClrTx/>
              <a:defRPr>
                <a:solidFill>
                  <a:schemeClr val="bg1"/>
                </a:solidFill>
              </a:defRPr>
            </a:lvl4pPr>
            <a:lvl5pPr>
              <a:buClrTx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EA6A5AB-5F58-422C-FC11-9570CAC5B5E8}"/>
              </a:ext>
            </a:extLst>
          </p:cNvPr>
          <p:cNvSpPr/>
          <p:nvPr userDrawn="1"/>
        </p:nvSpPr>
        <p:spPr bwMode="gray">
          <a:xfrm>
            <a:off x="12233756" y="6026150"/>
            <a:ext cx="1963144" cy="828677"/>
          </a:xfrm>
          <a:prstGeom prst="rect">
            <a:avLst/>
          </a:prstGeom>
          <a:solidFill>
            <a:schemeClr val="bg1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l"/>
            <a:r>
              <a:rPr lang="en-US" sz="1000" b="1" dirty="0">
                <a:solidFill>
                  <a:schemeClr val="tx1"/>
                </a:solidFill>
              </a:rPr>
              <a:t>Logo Color</a:t>
            </a:r>
          </a:p>
          <a:p>
            <a:pPr algn="l"/>
            <a:r>
              <a:rPr lang="en-US" sz="1000" dirty="0">
                <a:solidFill>
                  <a:schemeClr val="tx1"/>
                </a:solidFill>
              </a:rPr>
              <a:t>For light images,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the logo color can 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be changed to black.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D1980954-6FA1-FA07-4041-D754784A207D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F675F71-9C24-428A-973E-58AEACCB33CA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BB377EE-E522-561C-164E-DE25C9BDA1C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544A298-CA43-241E-F64B-02F6BEC45A0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5EB352FB-5D9C-29FF-9EFE-4F1988C355BE}"/>
              </a:ext>
            </a:extLst>
          </p:cNvPr>
          <p:cNvSpPr>
            <a:spLocks noGrp="1" noChangeAspect="1"/>
          </p:cNvSpPr>
          <p:nvPr>
            <p:ph type="dgm" sz="quarter" idx="21" hasCustomPrompt="1"/>
          </p:nvPr>
        </p:nvSpPr>
        <p:spPr bwMode="gray">
          <a:xfrm>
            <a:off x="11140463" y="6437457"/>
            <a:ext cx="689586" cy="247362"/>
          </a:xfrm>
          <a:custGeom>
            <a:avLst/>
            <a:gdLst>
              <a:gd name="connsiteX0" fmla="*/ 526439 w 689586"/>
              <a:gd name="connsiteY0" fmla="*/ 247 h 247362"/>
              <a:gd name="connsiteX1" fmla="*/ 689586 w 689586"/>
              <a:gd name="connsiteY1" fmla="*/ 247 h 247362"/>
              <a:gd name="connsiteX2" fmla="*/ 689586 w 689586"/>
              <a:gd name="connsiteY2" fmla="*/ 55816 h 247362"/>
              <a:gd name="connsiteX3" fmla="*/ 641876 w 689586"/>
              <a:gd name="connsiteY3" fmla="*/ 55816 h 247362"/>
              <a:gd name="connsiteX4" fmla="*/ 641876 w 689586"/>
              <a:gd name="connsiteY4" fmla="*/ 247362 h 247362"/>
              <a:gd name="connsiteX5" fmla="*/ 574149 w 689586"/>
              <a:gd name="connsiteY5" fmla="*/ 247362 h 247362"/>
              <a:gd name="connsiteX6" fmla="*/ 574149 w 689586"/>
              <a:gd name="connsiteY6" fmla="*/ 55816 h 247362"/>
              <a:gd name="connsiteX7" fmla="*/ 526439 w 689586"/>
              <a:gd name="connsiteY7" fmla="*/ 55816 h 247362"/>
              <a:gd name="connsiteX8" fmla="*/ 442470 w 689586"/>
              <a:gd name="connsiteY8" fmla="*/ 247 h 247362"/>
              <a:gd name="connsiteX9" fmla="*/ 510194 w 689586"/>
              <a:gd name="connsiteY9" fmla="*/ 247 h 247362"/>
              <a:gd name="connsiteX10" fmla="*/ 510194 w 689586"/>
              <a:gd name="connsiteY10" fmla="*/ 247116 h 247362"/>
              <a:gd name="connsiteX11" fmla="*/ 442470 w 689586"/>
              <a:gd name="connsiteY11" fmla="*/ 247116 h 247362"/>
              <a:gd name="connsiteX12" fmla="*/ 248102 w 689586"/>
              <a:gd name="connsiteY12" fmla="*/ 247 h 247362"/>
              <a:gd name="connsiteX13" fmla="*/ 250146 w 689586"/>
              <a:gd name="connsiteY13" fmla="*/ 247 h 247362"/>
              <a:gd name="connsiteX14" fmla="*/ 249899 w 689586"/>
              <a:gd name="connsiteY14" fmla="*/ 247077 h 247362"/>
              <a:gd name="connsiteX15" fmla="*/ 249900 w 689586"/>
              <a:gd name="connsiteY15" fmla="*/ 247078 h 247362"/>
              <a:gd name="connsiteX16" fmla="*/ 249900 w 689586"/>
              <a:gd name="connsiteY16" fmla="*/ 247113 h 247362"/>
              <a:gd name="connsiteX17" fmla="*/ 249899 w 689586"/>
              <a:gd name="connsiteY17" fmla="*/ 247111 h 247362"/>
              <a:gd name="connsiteX18" fmla="*/ 249899 w 689586"/>
              <a:gd name="connsiteY18" fmla="*/ 247113 h 247362"/>
              <a:gd name="connsiteX19" fmla="*/ 249899 w 689586"/>
              <a:gd name="connsiteY19" fmla="*/ 247114 h 247362"/>
              <a:gd name="connsiteX20" fmla="*/ 249899 w 689586"/>
              <a:gd name="connsiteY20" fmla="*/ 247116 h 247362"/>
              <a:gd name="connsiteX21" fmla="*/ 249864 w 689586"/>
              <a:gd name="connsiteY21" fmla="*/ 247116 h 247362"/>
              <a:gd name="connsiteX22" fmla="*/ 249864 w 689586"/>
              <a:gd name="connsiteY22" fmla="*/ 247114 h 247362"/>
              <a:gd name="connsiteX23" fmla="*/ 0 w 689586"/>
              <a:gd name="connsiteY23" fmla="*/ 247114 h 247362"/>
              <a:gd name="connsiteX24" fmla="*/ 7858 w 689586"/>
              <a:gd name="connsiteY24" fmla="*/ 186719 h 247362"/>
              <a:gd name="connsiteX25" fmla="*/ 249861 w 689586"/>
              <a:gd name="connsiteY25" fmla="*/ 247105 h 247362"/>
              <a:gd name="connsiteX26" fmla="*/ 249859 w 689586"/>
              <a:gd name="connsiteY26" fmla="*/ 247095 h 247362"/>
              <a:gd name="connsiteX27" fmla="*/ 24103 w 689586"/>
              <a:gd name="connsiteY27" fmla="*/ 142073 h 247362"/>
              <a:gd name="connsiteX28" fmla="*/ 56837 w 689586"/>
              <a:gd name="connsiteY28" fmla="*/ 90557 h 247362"/>
              <a:gd name="connsiteX29" fmla="*/ 249854 w 689586"/>
              <a:gd name="connsiteY29" fmla="*/ 247076 h 247362"/>
              <a:gd name="connsiteX30" fmla="*/ 249834 w 689586"/>
              <a:gd name="connsiteY30" fmla="*/ 246997 h 247362"/>
              <a:gd name="connsiteX31" fmla="*/ 92849 w 689586"/>
              <a:gd name="connsiteY31" fmla="*/ 55039 h 247362"/>
              <a:gd name="connsiteX32" fmla="*/ 144612 w 689586"/>
              <a:gd name="connsiteY32" fmla="*/ 23078 h 247362"/>
              <a:gd name="connsiteX33" fmla="*/ 249821 w 689586"/>
              <a:gd name="connsiteY33" fmla="*/ 246945 h 247362"/>
              <a:gd name="connsiteX34" fmla="*/ 189750 w 689586"/>
              <a:gd name="connsiteY34" fmla="*/ 7364 h 247362"/>
              <a:gd name="connsiteX35" fmla="*/ 248102 w 689586"/>
              <a:gd name="connsiteY35" fmla="*/ 247 h 247362"/>
              <a:gd name="connsiteX36" fmla="*/ 352898 w 689586"/>
              <a:gd name="connsiteY36" fmla="*/ 0 h 247362"/>
              <a:gd name="connsiteX37" fmla="*/ 430524 w 689586"/>
              <a:gd name="connsiteY37" fmla="*/ 0 h 247362"/>
              <a:gd name="connsiteX38" fmla="*/ 330557 w 689586"/>
              <a:gd name="connsiteY38" fmla="*/ 124315 h 247362"/>
              <a:gd name="connsiteX39" fmla="*/ 431017 w 689586"/>
              <a:gd name="connsiteY39" fmla="*/ 247116 h 247362"/>
              <a:gd name="connsiteX40" fmla="*/ 355716 w 689586"/>
              <a:gd name="connsiteY40" fmla="*/ 247116 h 247362"/>
              <a:gd name="connsiteX41" fmla="*/ 266144 w 689586"/>
              <a:gd name="connsiteY41" fmla="*/ 150954 h 247362"/>
              <a:gd name="connsiteX42" fmla="*/ 266144 w 689586"/>
              <a:gd name="connsiteY42" fmla="*/ 95916 h 247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689586" h="247362">
                <a:moveTo>
                  <a:pt x="526439" y="247"/>
                </a:moveTo>
                <a:lnTo>
                  <a:pt x="689586" y="247"/>
                </a:lnTo>
                <a:lnTo>
                  <a:pt x="689586" y="55816"/>
                </a:lnTo>
                <a:lnTo>
                  <a:pt x="641876" y="55816"/>
                </a:lnTo>
                <a:lnTo>
                  <a:pt x="641876" y="247362"/>
                </a:lnTo>
                <a:lnTo>
                  <a:pt x="574149" y="247362"/>
                </a:lnTo>
                <a:lnTo>
                  <a:pt x="574149" y="55816"/>
                </a:lnTo>
                <a:lnTo>
                  <a:pt x="526439" y="55816"/>
                </a:lnTo>
                <a:close/>
                <a:moveTo>
                  <a:pt x="442470" y="247"/>
                </a:moveTo>
                <a:lnTo>
                  <a:pt x="510194" y="247"/>
                </a:lnTo>
                <a:lnTo>
                  <a:pt x="510194" y="247116"/>
                </a:lnTo>
                <a:lnTo>
                  <a:pt x="442470" y="247116"/>
                </a:lnTo>
                <a:close/>
                <a:moveTo>
                  <a:pt x="248102" y="247"/>
                </a:moveTo>
                <a:lnTo>
                  <a:pt x="250146" y="247"/>
                </a:lnTo>
                <a:lnTo>
                  <a:pt x="249899" y="247077"/>
                </a:lnTo>
                <a:lnTo>
                  <a:pt x="249900" y="247078"/>
                </a:lnTo>
                <a:lnTo>
                  <a:pt x="249900" y="247113"/>
                </a:lnTo>
                <a:lnTo>
                  <a:pt x="249899" y="247111"/>
                </a:lnTo>
                <a:lnTo>
                  <a:pt x="249899" y="247113"/>
                </a:lnTo>
                <a:lnTo>
                  <a:pt x="249899" y="247114"/>
                </a:lnTo>
                <a:lnTo>
                  <a:pt x="249899" y="247116"/>
                </a:lnTo>
                <a:lnTo>
                  <a:pt x="249864" y="247116"/>
                </a:lnTo>
                <a:lnTo>
                  <a:pt x="249864" y="247114"/>
                </a:lnTo>
                <a:lnTo>
                  <a:pt x="0" y="247114"/>
                </a:lnTo>
                <a:cubicBezTo>
                  <a:pt x="246" y="226289"/>
                  <a:pt x="2784" y="205994"/>
                  <a:pt x="7858" y="186719"/>
                </a:cubicBezTo>
                <a:lnTo>
                  <a:pt x="249861" y="247105"/>
                </a:lnTo>
                <a:lnTo>
                  <a:pt x="249859" y="247095"/>
                </a:lnTo>
                <a:lnTo>
                  <a:pt x="24103" y="142073"/>
                </a:lnTo>
                <a:cubicBezTo>
                  <a:pt x="32736" y="123539"/>
                  <a:pt x="43906" y="106273"/>
                  <a:pt x="56837" y="90557"/>
                </a:cubicBezTo>
                <a:lnTo>
                  <a:pt x="249854" y="247076"/>
                </a:lnTo>
                <a:lnTo>
                  <a:pt x="249834" y="246997"/>
                </a:lnTo>
                <a:lnTo>
                  <a:pt x="92849" y="55039"/>
                </a:lnTo>
                <a:cubicBezTo>
                  <a:pt x="108600" y="42353"/>
                  <a:pt x="125831" y="31712"/>
                  <a:pt x="144612" y="23078"/>
                </a:cubicBezTo>
                <a:lnTo>
                  <a:pt x="249821" y="246945"/>
                </a:lnTo>
                <a:lnTo>
                  <a:pt x="189750" y="7364"/>
                </a:lnTo>
                <a:cubicBezTo>
                  <a:pt x="208531" y="2784"/>
                  <a:pt x="228052" y="247"/>
                  <a:pt x="248102" y="247"/>
                </a:cubicBezTo>
                <a:close/>
                <a:moveTo>
                  <a:pt x="352898" y="0"/>
                </a:moveTo>
                <a:lnTo>
                  <a:pt x="430524" y="0"/>
                </a:lnTo>
                <a:lnTo>
                  <a:pt x="330557" y="124315"/>
                </a:lnTo>
                <a:lnTo>
                  <a:pt x="431017" y="247116"/>
                </a:lnTo>
                <a:lnTo>
                  <a:pt x="355716" y="247116"/>
                </a:lnTo>
                <a:lnTo>
                  <a:pt x="266144" y="150954"/>
                </a:lnTo>
                <a:lnTo>
                  <a:pt x="266144" y="9591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1"/>
              <a:t> dsafasdfadsfdsfasdfsadfasdfadsf sdaf asdfasdf</a:t>
            </a:r>
          </a:p>
        </p:txBody>
      </p:sp>
    </p:spTree>
    <p:extLst>
      <p:ext uri="{BB962C8B-B14F-4D97-AF65-F5344CB8AC3E}">
        <p14:creationId xmlns:p14="http://schemas.microsoft.com/office/powerpoint/2010/main" val="1354465971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5B1CE1-6CC9-F59B-4D70-B6BAA15374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71475" y="368300"/>
            <a:ext cx="7561263" cy="4681538"/>
          </a:xfrm>
        </p:spPr>
        <p:txBody>
          <a:bodyPr/>
          <a:lstStyle>
            <a:lvl1pPr marL="0" indent="0">
              <a:buClrTx/>
              <a:buFont typeface="Franklin Gothic Medium" panose="020B0603020102020204" pitchFamily="34" charset="0"/>
              <a:buNone/>
              <a:defRPr sz="5000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B8292EB-A174-4AF5-E760-21B8409923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8148637" y="5265738"/>
            <a:ext cx="3671887" cy="1011236"/>
          </a:xfrm>
        </p:spPr>
        <p:txBody>
          <a:bodyPr anchor="t"/>
          <a:lstStyle>
            <a:lvl1pPr algn="r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defRPr sz="2000" b="1">
                <a:solidFill>
                  <a:schemeClr val="accent1"/>
                </a:solidFill>
              </a:defRPr>
            </a:lvl1pPr>
            <a:lvl2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2pPr>
            <a:lvl3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3pPr>
            <a:lvl4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None/>
              <a:defRPr sz="1600" b="0">
                <a:solidFill>
                  <a:schemeClr val="tx1"/>
                </a:solidFill>
              </a:defRPr>
            </a:lvl4pPr>
            <a:lvl5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5pPr>
            <a:lvl6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6pPr>
            <a:lvl7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7pPr>
            <a:lvl8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8pPr>
            <a:lvl9pPr marL="0" indent="0" algn="r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b="0"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98A4DE-C74C-4808-FDCB-EBF6770F28A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3BAA5F-1E47-44FD-9E1A-90A87B9499E2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3D1B3FA-E430-88B7-E277-5600359CFE9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1F58DB-2C93-B018-29B4-F68DDB674B8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942051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3">
            <a:extLst>
              <a:ext uri="{FF2B5EF4-FFF2-40B4-BE49-F238E27FC236}">
                <a16:creationId xmlns:a16="http://schemas.microsoft.com/office/drawing/2014/main" id="{DF83F67C-6F11-812D-C9A9-0CCF3FAD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>
          <a:xfrm>
            <a:off x="0" y="6858000"/>
            <a:ext cx="0" cy="0"/>
          </a:xfrm>
          <a:prstGeom prst="rect">
            <a:avLst/>
          </a:prstGeom>
        </p:spPr>
        <p:txBody>
          <a:bodyPr wrap="none">
            <a:normAutofit/>
          </a:bodyPr>
          <a:lstStyle>
            <a:lvl1pPr>
              <a:defRPr>
                <a:noFill/>
              </a:defRPr>
            </a:lvl1pPr>
          </a:lstStyle>
          <a:p>
            <a:fld id="{AF7B5974-8657-40EF-81B1-9FD7F7C68BDA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7D85C20-697F-36B4-27AB-4369535E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1AD7C5E3-7820-0372-2225-AD27411D8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>
          <a:xfrm>
            <a:off x="0" y="6858000"/>
            <a:ext cx="0" cy="0"/>
          </a:xfrm>
        </p:spPr>
        <p:txBody>
          <a:bodyPr wrap="none">
            <a:normAutofit/>
          </a:bodyPr>
          <a:lstStyle>
            <a:lvl1pPr>
              <a:defRPr sz="100">
                <a:noFill/>
              </a:defRPr>
            </a:lvl1pPr>
          </a:lstStyle>
          <a:p>
            <a:fld id="{776FC98F-84AD-404B-BCCB-49E092AA6DE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3E4CDB45-9507-051E-FC07-208E38906803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5484000" y="3209400"/>
            <a:ext cx="1224000" cy="439200"/>
            <a:chOff x="11189494" y="381000"/>
            <a:chExt cx="621506" cy="222941"/>
          </a:xfrm>
        </p:grpSpPr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77E21D00-0F9F-CF9A-2404-7B982CA99715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2B7C94D0-DD91-0D9E-E79B-7B7E82C21C56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7831357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2AC8670-2373-ACE7-1748-0B4F79D1DCA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71475" y="368907"/>
            <a:ext cx="11449050" cy="100745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lvl="0"/>
            <a:r>
              <a:rPr lang="en-US" dirty="0"/>
              <a:t>Add Title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F615B8-B68C-BFF2-C357-D019188813E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71475" y="1592262"/>
            <a:ext cx="11449050" cy="46815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6"/>
            <a:r>
              <a:rPr lang="en-US" dirty="0"/>
              <a:t>Eighth level</a:t>
            </a:r>
          </a:p>
          <a:p>
            <a:pPr lvl="7"/>
            <a:r>
              <a:rPr lang="en-US" dirty="0"/>
              <a:t>Ninth level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10645A-C6A4-0669-9312-4601E1886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2100263" y="6273800"/>
            <a:ext cx="5832475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noProof="1"/>
              <a:t>Team Report - HOT AI Project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5839F2-D397-6E48-3A61-2C5024B4E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371475" y="6273800"/>
            <a:ext cx="575953" cy="584200"/>
          </a:xfrm>
          <a:prstGeom prst="rect">
            <a:avLst/>
          </a:prstGeom>
        </p:spPr>
        <p:txBody>
          <a:bodyPr vert="horz" lIns="0" tIns="36000" rIns="0" bIns="0" rtlCol="0" anchor="ctr">
            <a:noAutofit/>
          </a:bodyPr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776FC98F-84AD-404B-BCCB-49E092AA6DE0}" type="slidenum">
              <a:rPr lang="en-US" noProof="1" smtClean="0"/>
              <a:pPr/>
              <a:t>‹#›</a:t>
            </a:fld>
            <a:endParaRPr lang="en-US" noProof="1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890F709B-A2DC-57A5-E7E6-8518482A8044}"/>
              </a:ext>
            </a:extLst>
          </p:cNvPr>
          <p:cNvGrpSpPr>
            <a:grpSpLocks/>
          </p:cNvGrpSpPr>
          <p:nvPr userDrawn="1"/>
        </p:nvGrpSpPr>
        <p:grpSpPr bwMode="gray">
          <a:xfrm>
            <a:off x="11140463" y="6437457"/>
            <a:ext cx="689586" cy="247362"/>
            <a:chOff x="11189494" y="381000"/>
            <a:chExt cx="621506" cy="222941"/>
          </a:xfrm>
        </p:grpSpPr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5EBFDC3C-E9B5-878F-6873-AAF6A36E7689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6035EDC6-B9F4-55AD-87D2-DD2E60B1592D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50F823-CF9B-29C2-AD0C-587133135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7428" y="6273800"/>
            <a:ext cx="1152835" cy="584200"/>
          </a:xfrm>
          <a:prstGeom prst="rect">
            <a:avLst/>
          </a:prstGeom>
        </p:spPr>
        <p:txBody>
          <a:bodyPr vert="horz" lIns="0" tIns="36000" rIns="0" bIns="0" rtlCol="0" anchor="ctr"/>
          <a:lstStyle>
            <a:lvl1pPr algn="l">
              <a:defRPr sz="1100">
                <a:solidFill>
                  <a:schemeClr val="bg2"/>
                </a:solidFill>
              </a:defRPr>
            </a:lvl1pPr>
          </a:lstStyle>
          <a:p>
            <a:fld id="{CEC7FAFD-B350-43D6-B2A4-82017C728CF6}" type="datetime3">
              <a:rPr lang="de-DE" noProof="1" smtClean="0"/>
              <a:t>29/12/25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234521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49" r:id="rId2"/>
    <p:sldLayoutId id="2147483650" r:id="rId3"/>
    <p:sldLayoutId id="2147483651" r:id="rId4"/>
    <p:sldLayoutId id="2147483652" r:id="rId5"/>
    <p:sldLayoutId id="2147483694" r:id="rId6"/>
    <p:sldLayoutId id="2147483653" r:id="rId7"/>
    <p:sldLayoutId id="2147483654" r:id="rId8"/>
    <p:sldLayoutId id="2147483655" r:id="rId9"/>
    <p:sldLayoutId id="2147483656" r:id="rId10"/>
    <p:sldLayoutId id="2147483695" r:id="rId11"/>
    <p:sldLayoutId id="2147483657" r:id="rId12"/>
    <p:sldLayoutId id="2147483696" r:id="rId13"/>
    <p:sldLayoutId id="2147483658" r:id="rId14"/>
    <p:sldLayoutId id="2147483659" r:id="rId15"/>
    <p:sldLayoutId id="2147483660" r:id="rId16"/>
    <p:sldLayoutId id="2147483661" r:id="rId17"/>
    <p:sldLayoutId id="2147483697" r:id="rId18"/>
    <p:sldLayoutId id="2147483662" r:id="rId19"/>
    <p:sldLayoutId id="2147483663" r:id="rId20"/>
    <p:sldLayoutId id="2147483664" r:id="rId21"/>
    <p:sldLayoutId id="2147483665" r:id="rId22"/>
    <p:sldLayoutId id="2147483666" r:id="rId23"/>
    <p:sldLayoutId id="2147483667" r:id="rId24"/>
    <p:sldLayoutId id="2147483668" r:id="rId25"/>
    <p:sldLayoutId id="2147483669" r:id="rId26"/>
    <p:sldLayoutId id="2147483670" r:id="rId27"/>
    <p:sldLayoutId id="2147483671" r:id="rId28"/>
    <p:sldLayoutId id="2147483672" r:id="rId29"/>
    <p:sldLayoutId id="2147483673" r:id="rId30"/>
    <p:sldLayoutId id="2147483674" r:id="rId31"/>
    <p:sldLayoutId id="2147483675" r:id="rId32"/>
    <p:sldLayoutId id="2147483676" r:id="rId33"/>
    <p:sldLayoutId id="2147483677" r:id="rId34"/>
    <p:sldLayoutId id="2147483678" r:id="rId35"/>
    <p:sldLayoutId id="2147483679" r:id="rId36"/>
    <p:sldLayoutId id="2147483680" r:id="rId37"/>
    <p:sldLayoutId id="2147483681" r:id="rId38"/>
    <p:sldLayoutId id="2147483682" r:id="rId39"/>
    <p:sldLayoutId id="2147483683" r:id="rId40"/>
    <p:sldLayoutId id="2147483684" r:id="rId41"/>
    <p:sldLayoutId id="2147483685" r:id="rId42"/>
    <p:sldLayoutId id="2147483686" r:id="rId43"/>
    <p:sldLayoutId id="2147483687" r:id="rId44"/>
    <p:sldLayoutId id="2147483688" r:id="rId45"/>
    <p:sldLayoutId id="2147483689" r:id="rId46"/>
    <p:sldLayoutId id="2147483690" r:id="rId47"/>
    <p:sldLayoutId id="2147483691" r:id="rId48"/>
    <p:sldLayoutId id="2147483692" r:id="rId49"/>
  </p:sldLayoutIdLst>
  <p:transition>
    <p:fade/>
  </p:transition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2700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Font typeface="+mj-lt"/>
        <a:buAutoNum type="alphaL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85000"/>
        </a:lnSpc>
        <a:spcBef>
          <a:spcPts val="1200"/>
        </a:spcBef>
        <a:spcAft>
          <a:spcPts val="600"/>
        </a:spcAft>
        <a:buFont typeface="Arial" panose="020B0604020202020204" pitchFamily="34" charset="0"/>
        <a:buNone/>
        <a:defRPr sz="2000" b="1" kern="1200">
          <a:solidFill>
            <a:schemeClr val="accent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7446" userDrawn="1">
          <p15:clr>
            <a:srgbClr val="F26B43"/>
          </p15:clr>
        </p15:guide>
        <p15:guide id="4" pos="1323" userDrawn="1">
          <p15:clr>
            <a:srgbClr val="F26B43"/>
          </p15:clr>
        </p15:guide>
        <p15:guide id="5" pos="1459" userDrawn="1">
          <p15:clr>
            <a:srgbClr val="F26B43"/>
          </p15:clr>
        </p15:guide>
        <p15:guide id="6" pos="2547" userDrawn="1">
          <p15:clr>
            <a:srgbClr val="F26B43"/>
          </p15:clr>
        </p15:guide>
        <p15:guide id="7" pos="2683" userDrawn="1">
          <p15:clr>
            <a:srgbClr val="F26B43"/>
          </p15:clr>
        </p15:guide>
        <p15:guide id="8" pos="3772" userDrawn="1">
          <p15:clr>
            <a:srgbClr val="F26B43"/>
          </p15:clr>
        </p15:guide>
        <p15:guide id="9" pos="3908" userDrawn="1">
          <p15:clr>
            <a:srgbClr val="F26B43"/>
          </p15:clr>
        </p15:guide>
        <p15:guide id="10" pos="4997" userDrawn="1">
          <p15:clr>
            <a:srgbClr val="F26B43"/>
          </p15:clr>
        </p15:guide>
        <p15:guide id="11" pos="5133" userDrawn="1">
          <p15:clr>
            <a:srgbClr val="F26B43"/>
          </p15:clr>
        </p15:guide>
        <p15:guide id="12" pos="6221" userDrawn="1">
          <p15:clr>
            <a:srgbClr val="F26B43"/>
          </p15:clr>
        </p15:guide>
        <p15:guide id="13" pos="6357" userDrawn="1">
          <p15:clr>
            <a:srgbClr val="F26B43"/>
          </p15:clr>
        </p15:guide>
        <p15:guide id="14" pos="1935" userDrawn="1">
          <p15:clr>
            <a:srgbClr val="5ACBF0"/>
          </p15:clr>
        </p15:guide>
        <p15:guide id="15" pos="2071" userDrawn="1">
          <p15:clr>
            <a:srgbClr val="5ACBF0"/>
          </p15:clr>
        </p15:guide>
        <p15:guide id="16" pos="5609" userDrawn="1">
          <p15:clr>
            <a:srgbClr val="5ACBF0"/>
          </p15:clr>
        </p15:guide>
        <p15:guide id="17" pos="5745" userDrawn="1">
          <p15:clr>
            <a:srgbClr val="5ACBF0"/>
          </p15:clr>
        </p15:guide>
        <p15:guide id="18" orient="horz" pos="867" userDrawn="1">
          <p15:clr>
            <a:srgbClr val="F26B43"/>
          </p15:clr>
        </p15:guide>
        <p15:guide id="19" orient="horz" pos="1003" userDrawn="1">
          <p15:clr>
            <a:srgbClr val="F26B43"/>
          </p15:clr>
        </p15:guide>
        <p15:guide id="20" orient="horz" pos="1638" userDrawn="1">
          <p15:clr>
            <a:srgbClr val="F26B43"/>
          </p15:clr>
        </p15:guide>
        <p15:guide id="21" orient="horz" pos="1774" userDrawn="1">
          <p15:clr>
            <a:srgbClr val="F26B43"/>
          </p15:clr>
        </p15:guide>
        <p15:guide id="22" orient="horz" pos="2409" userDrawn="1">
          <p15:clr>
            <a:srgbClr val="F26B43"/>
          </p15:clr>
        </p15:guide>
        <p15:guide id="23" orient="horz" pos="2546" userDrawn="1">
          <p15:clr>
            <a:srgbClr val="F26B43"/>
          </p15:clr>
        </p15:guide>
        <p15:guide id="24" orient="horz" pos="3181" userDrawn="1">
          <p15:clr>
            <a:srgbClr val="F26B43"/>
          </p15:clr>
        </p15:guide>
        <p15:guide id="25" orient="horz" pos="3317" userDrawn="1">
          <p15:clr>
            <a:srgbClr val="F26B43"/>
          </p15:clr>
        </p15:guide>
        <p15:guide id="26" orient="horz" pos="39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11128204" TargetMode="External"/><Relationship Id="rId2" Type="http://schemas.openxmlformats.org/officeDocument/2006/relationships/hyperlink" Target="https://www.sciencedirect.com/science/article/pii/S1474034625004653?via%3Dihub" TargetMode="Externa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8DCB90-50C2-C13E-81DC-72C27B960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461" y="2418087"/>
            <a:ext cx="10531115" cy="1010913"/>
          </a:xfrm>
        </p:spPr>
        <p:txBody>
          <a:bodyPr/>
          <a:lstStyle/>
          <a:p>
            <a:pPr algn="ctr"/>
            <a:r>
              <a:rPr lang="en-US" sz="3200" dirty="0"/>
              <a:t>Human-in-the-loop LLM-based Algorithm Design for Physics-aware Robotic Palletization with Stacking and Destacking</a:t>
            </a:r>
            <a:r>
              <a:rPr lang="en-US" sz="4400" dirty="0"/>
              <a:t>	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BFA11E1-38BC-C823-D234-65C83F210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0967" y="3717032"/>
            <a:ext cx="1908101" cy="576064"/>
          </a:xfrm>
        </p:spPr>
        <p:txBody>
          <a:bodyPr/>
          <a:lstStyle/>
          <a:p>
            <a:pPr algn="ctr"/>
            <a:r>
              <a:rPr lang="en-US" dirty="0"/>
              <a:t>F</a:t>
            </a:r>
            <a:r>
              <a:rPr lang="en-US" altLang="zh-CN" dirty="0"/>
              <a:t>irst Team Report</a:t>
            </a:r>
          </a:p>
          <a:p>
            <a:pPr algn="ctr"/>
            <a:r>
              <a:rPr lang="en-US" altLang="zh-CN" dirty="0"/>
              <a:t>22.12.2025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1849B-9F72-D28B-2744-CD898ADB3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5BDB8-DC5D-126B-252B-01CF0C1EC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10" name="Gruppieren 8">
            <a:extLst>
              <a:ext uri="{FF2B5EF4-FFF2-40B4-BE49-F238E27FC236}">
                <a16:creationId xmlns:a16="http://schemas.microsoft.com/office/drawing/2014/main" id="{A3632789-18F1-396F-AFBF-B2A56C046AF0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10776520" y="476672"/>
            <a:ext cx="989986" cy="355230"/>
            <a:chOff x="11189494" y="381000"/>
            <a:chExt cx="621506" cy="222941"/>
          </a:xfrm>
        </p:grpSpPr>
        <p:sp>
          <p:nvSpPr>
            <p:cNvPr id="11" name="Freihandform: Form 9">
              <a:extLst>
                <a:ext uri="{FF2B5EF4-FFF2-40B4-BE49-F238E27FC236}">
                  <a16:creationId xmlns:a16="http://schemas.microsoft.com/office/drawing/2014/main" id="{BBC43FE5-87CC-3C4D-8D36-9C5F3F8558F0}"/>
                </a:ext>
              </a:extLst>
            </p:cNvPr>
            <p:cNvSpPr/>
            <p:nvPr/>
          </p:nvSpPr>
          <p:spPr bwMode="gray">
            <a:xfrm>
              <a:off x="11360511" y="381000"/>
              <a:ext cx="450489" cy="222941"/>
            </a:xfrm>
            <a:custGeom>
              <a:avLst/>
              <a:gdLst>
                <a:gd name="connsiteX0" fmla="*/ 303449 w 450489"/>
                <a:gd name="connsiteY0" fmla="*/ 222 h 222941"/>
                <a:gd name="connsiteX1" fmla="*/ 450489 w 450489"/>
                <a:gd name="connsiteY1" fmla="*/ 222 h 222941"/>
                <a:gd name="connsiteX2" fmla="*/ 450489 w 450489"/>
                <a:gd name="connsiteY2" fmla="*/ 50305 h 222941"/>
                <a:gd name="connsiteX3" fmla="*/ 407489 w 450489"/>
                <a:gd name="connsiteY3" fmla="*/ 50305 h 222941"/>
                <a:gd name="connsiteX4" fmla="*/ 407489 w 450489"/>
                <a:gd name="connsiteY4" fmla="*/ 222941 h 222941"/>
                <a:gd name="connsiteX5" fmla="*/ 346449 w 450489"/>
                <a:gd name="connsiteY5" fmla="*/ 222941 h 222941"/>
                <a:gd name="connsiteX6" fmla="*/ 346449 w 450489"/>
                <a:gd name="connsiteY6" fmla="*/ 50305 h 222941"/>
                <a:gd name="connsiteX7" fmla="*/ 303449 w 450489"/>
                <a:gd name="connsiteY7" fmla="*/ 50305 h 222941"/>
                <a:gd name="connsiteX8" fmla="*/ 227770 w 450489"/>
                <a:gd name="connsiteY8" fmla="*/ 222 h 222941"/>
                <a:gd name="connsiteX9" fmla="*/ 288808 w 450489"/>
                <a:gd name="connsiteY9" fmla="*/ 222 h 222941"/>
                <a:gd name="connsiteX10" fmla="*/ 288808 w 450489"/>
                <a:gd name="connsiteY10" fmla="*/ 222719 h 222941"/>
                <a:gd name="connsiteX11" fmla="*/ 227770 w 450489"/>
                <a:gd name="connsiteY11" fmla="*/ 222719 h 222941"/>
                <a:gd name="connsiteX12" fmla="*/ 52591 w 450489"/>
                <a:gd name="connsiteY12" fmla="*/ 222 h 222941"/>
                <a:gd name="connsiteX13" fmla="*/ 54433 w 450489"/>
                <a:gd name="connsiteY13" fmla="*/ 222 h 222941"/>
                <a:gd name="connsiteX14" fmla="*/ 54211 w 450489"/>
                <a:gd name="connsiteY14" fmla="*/ 222719 h 222941"/>
                <a:gd name="connsiteX15" fmla="*/ 54179 w 450489"/>
                <a:gd name="connsiteY15" fmla="*/ 222719 h 222941"/>
                <a:gd name="connsiteX16" fmla="*/ 0 w 450489"/>
                <a:gd name="connsiteY16" fmla="*/ 6637 h 222941"/>
                <a:gd name="connsiteX17" fmla="*/ 52591 w 450489"/>
                <a:gd name="connsiteY17" fmla="*/ 222 h 222941"/>
                <a:gd name="connsiteX18" fmla="*/ 147041 w 450489"/>
                <a:gd name="connsiteY18" fmla="*/ 0 h 222941"/>
                <a:gd name="connsiteX19" fmla="*/ 217003 w 450489"/>
                <a:gd name="connsiteY19" fmla="*/ 0 h 222941"/>
                <a:gd name="connsiteX20" fmla="*/ 126906 w 450489"/>
                <a:gd name="connsiteY20" fmla="*/ 112042 h 222941"/>
                <a:gd name="connsiteX21" fmla="*/ 217448 w 450489"/>
                <a:gd name="connsiteY21" fmla="*/ 222719 h 222941"/>
                <a:gd name="connsiteX22" fmla="*/ 149581 w 450489"/>
                <a:gd name="connsiteY22" fmla="*/ 222719 h 222941"/>
                <a:gd name="connsiteX23" fmla="*/ 68852 w 450489"/>
                <a:gd name="connsiteY23" fmla="*/ 136051 h 222941"/>
                <a:gd name="connsiteX24" fmla="*/ 68852 w 450489"/>
                <a:gd name="connsiteY24" fmla="*/ 86446 h 222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450489" h="222941">
                  <a:moveTo>
                    <a:pt x="303449" y="222"/>
                  </a:moveTo>
                  <a:lnTo>
                    <a:pt x="450489" y="222"/>
                  </a:lnTo>
                  <a:lnTo>
                    <a:pt x="450489" y="50305"/>
                  </a:lnTo>
                  <a:lnTo>
                    <a:pt x="407489" y="50305"/>
                  </a:lnTo>
                  <a:lnTo>
                    <a:pt x="407489" y="222941"/>
                  </a:lnTo>
                  <a:lnTo>
                    <a:pt x="346449" y="222941"/>
                  </a:lnTo>
                  <a:lnTo>
                    <a:pt x="346449" y="50305"/>
                  </a:lnTo>
                  <a:lnTo>
                    <a:pt x="303449" y="50305"/>
                  </a:lnTo>
                  <a:close/>
                  <a:moveTo>
                    <a:pt x="227770" y="222"/>
                  </a:moveTo>
                  <a:lnTo>
                    <a:pt x="288808" y="222"/>
                  </a:lnTo>
                  <a:lnTo>
                    <a:pt x="288808" y="222719"/>
                  </a:lnTo>
                  <a:lnTo>
                    <a:pt x="227770" y="222719"/>
                  </a:lnTo>
                  <a:close/>
                  <a:moveTo>
                    <a:pt x="52591" y="222"/>
                  </a:moveTo>
                  <a:lnTo>
                    <a:pt x="54433" y="222"/>
                  </a:lnTo>
                  <a:lnTo>
                    <a:pt x="54211" y="222719"/>
                  </a:lnTo>
                  <a:lnTo>
                    <a:pt x="54179" y="222719"/>
                  </a:lnTo>
                  <a:lnTo>
                    <a:pt x="0" y="6637"/>
                  </a:lnTo>
                  <a:cubicBezTo>
                    <a:pt x="16927" y="2509"/>
                    <a:pt x="34521" y="222"/>
                    <a:pt x="52591" y="222"/>
                  </a:cubicBezTo>
                  <a:close/>
                  <a:moveTo>
                    <a:pt x="147041" y="0"/>
                  </a:moveTo>
                  <a:lnTo>
                    <a:pt x="217003" y="0"/>
                  </a:lnTo>
                  <a:lnTo>
                    <a:pt x="126906" y="112042"/>
                  </a:lnTo>
                  <a:lnTo>
                    <a:pt x="217448" y="222719"/>
                  </a:lnTo>
                  <a:lnTo>
                    <a:pt x="149581" y="222719"/>
                  </a:lnTo>
                  <a:lnTo>
                    <a:pt x="68852" y="136051"/>
                  </a:lnTo>
                  <a:lnTo>
                    <a:pt x="68852" y="8644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ihandform: Form 10">
              <a:extLst>
                <a:ext uri="{FF2B5EF4-FFF2-40B4-BE49-F238E27FC236}">
                  <a16:creationId xmlns:a16="http://schemas.microsoft.com/office/drawing/2014/main" id="{56D08730-EA53-2C10-9CE8-AE13CE5E5F01}"/>
                </a:ext>
              </a:extLst>
            </p:cNvPr>
            <p:cNvSpPr/>
            <p:nvPr/>
          </p:nvSpPr>
          <p:spPr bwMode="gray">
            <a:xfrm>
              <a:off x="11189494" y="401800"/>
              <a:ext cx="225229" cy="201918"/>
            </a:xfrm>
            <a:custGeom>
              <a:avLst/>
              <a:gdLst>
                <a:gd name="connsiteX0" fmla="*/ 225193 w 225229"/>
                <a:gd name="connsiteY0" fmla="*/ 201842 h 201918"/>
                <a:gd name="connsiteX1" fmla="*/ 225228 w 225229"/>
                <a:gd name="connsiteY1" fmla="*/ 201885 h 201918"/>
                <a:gd name="connsiteX2" fmla="*/ 225228 w 225229"/>
                <a:gd name="connsiteY2" fmla="*/ 201917 h 201918"/>
                <a:gd name="connsiteX3" fmla="*/ 7082 w 225229"/>
                <a:gd name="connsiteY3" fmla="*/ 147485 h 201918"/>
                <a:gd name="connsiteX4" fmla="*/ 225228 w 225229"/>
                <a:gd name="connsiteY4" fmla="*/ 201918 h 201918"/>
                <a:gd name="connsiteX5" fmla="*/ 0 w 225229"/>
                <a:gd name="connsiteY5" fmla="*/ 201918 h 201918"/>
                <a:gd name="connsiteX6" fmla="*/ 7082 w 225229"/>
                <a:gd name="connsiteY6" fmla="*/ 147485 h 201918"/>
                <a:gd name="connsiteX7" fmla="*/ 51226 w 225229"/>
                <a:gd name="connsiteY7" fmla="*/ 60817 h 201918"/>
                <a:gd name="connsiteX8" fmla="*/ 225229 w 225229"/>
                <a:gd name="connsiteY8" fmla="*/ 201918 h 201918"/>
                <a:gd name="connsiteX9" fmla="*/ 21723 w 225229"/>
                <a:gd name="connsiteY9" fmla="*/ 107247 h 201918"/>
                <a:gd name="connsiteX10" fmla="*/ 51226 w 225229"/>
                <a:gd name="connsiteY10" fmla="*/ 60817 h 201918"/>
                <a:gd name="connsiteX11" fmla="*/ 130335 w 225229"/>
                <a:gd name="connsiteY11" fmla="*/ 0 h 201918"/>
                <a:gd name="connsiteX12" fmla="*/ 225193 w 225229"/>
                <a:gd name="connsiteY12" fmla="*/ 201842 h 201918"/>
                <a:gd name="connsiteX13" fmla="*/ 83682 w 225229"/>
                <a:gd name="connsiteY13" fmla="*/ 28805 h 201918"/>
                <a:gd name="connsiteX14" fmla="*/ 130335 w 225229"/>
                <a:gd name="connsiteY14" fmla="*/ 0 h 20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25229" h="201918">
                  <a:moveTo>
                    <a:pt x="225193" y="201842"/>
                  </a:moveTo>
                  <a:lnTo>
                    <a:pt x="225228" y="201885"/>
                  </a:lnTo>
                  <a:lnTo>
                    <a:pt x="225228" y="201917"/>
                  </a:lnTo>
                  <a:close/>
                  <a:moveTo>
                    <a:pt x="7082" y="147485"/>
                  </a:moveTo>
                  <a:lnTo>
                    <a:pt x="225228" y="201918"/>
                  </a:lnTo>
                  <a:lnTo>
                    <a:pt x="0" y="201918"/>
                  </a:lnTo>
                  <a:cubicBezTo>
                    <a:pt x="222" y="183149"/>
                    <a:pt x="2509" y="164857"/>
                    <a:pt x="7082" y="147485"/>
                  </a:cubicBezTo>
                  <a:close/>
                  <a:moveTo>
                    <a:pt x="51226" y="60817"/>
                  </a:moveTo>
                  <a:lnTo>
                    <a:pt x="225229" y="201918"/>
                  </a:lnTo>
                  <a:lnTo>
                    <a:pt x="21723" y="107247"/>
                  </a:lnTo>
                  <a:cubicBezTo>
                    <a:pt x="29504" y="90543"/>
                    <a:pt x="39571" y="74981"/>
                    <a:pt x="51226" y="60817"/>
                  </a:cubicBezTo>
                  <a:close/>
                  <a:moveTo>
                    <a:pt x="130335" y="0"/>
                  </a:moveTo>
                  <a:lnTo>
                    <a:pt x="225193" y="201842"/>
                  </a:lnTo>
                  <a:lnTo>
                    <a:pt x="83682" y="28805"/>
                  </a:lnTo>
                  <a:cubicBezTo>
                    <a:pt x="97878" y="17372"/>
                    <a:pt x="113408" y="7781"/>
                    <a:pt x="130335" y="0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19291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DECE4-5344-7281-A528-E678A0F2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Motivation – LLM-guided DRL for 3D-BPP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45F6481-A89F-8280-D781-65525723B48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71475" y="1554094"/>
                <a:ext cx="6372598" cy="4684711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Three Kinds of heuristics:</a:t>
                </a:r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Feasibility heuristics</a:t>
                </a:r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Packing/Unpacking heuristics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Masks based on heuristics:</a:t>
                </a:r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grid map,</a:t>
                </a:r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∈ {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𝑝𝑎𝑐𝑘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𝑢𝑛𝑝𝑎𝑐𝑘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i="1" dirty="0"/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Intersection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&amp;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aseline="-25000" dirty="0"/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 smaller action space for lower training cost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Heuristics-Generation methods:</a:t>
                </a:r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GPT-4 + </a:t>
                </a:r>
                <a:r>
                  <a:rPr lang="en-US" altLang="zh-CN" dirty="0"/>
                  <a:t>colloquial description for feasibility heuristics</a:t>
                </a:r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3D-FunSearch for packing/unpacking heuristics</a:t>
                </a:r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Code level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3D-FunSearch:</a:t>
                </a:r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based on a program database</a:t>
                </a:r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introducing widely-used 3D-BPP heuristics (hand-crafted)</a:t>
                </a:r>
              </a:p>
              <a:p>
                <a:pPr marL="555750" lvl="1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evolve by sample-create-score-store iteratively</a:t>
                </a:r>
              </a:p>
              <a:p>
                <a:endParaRPr lang="en-US" altLang="zh-CN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45F6481-A89F-8280-D781-65525723B4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71475" y="1554094"/>
                <a:ext cx="6372598" cy="4684711"/>
              </a:xfrm>
              <a:blipFill>
                <a:blip r:embed="rId2"/>
                <a:stretch>
                  <a:fillRect l="-1818" t="-1432" b="-35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8E16A-F764-4088-F9B1-D25FD64241F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5B9CE9A-846B-477A-B36C-4E95ED47D34C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76086-0784-CDB0-CF4C-28DC6FCBA3A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Team Report - HOT AI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13D7A-66DF-3C5C-9893-FD2B46953CA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F01748B-016E-4445-7C34-F2702B2FE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106" y="1304739"/>
            <a:ext cx="5678338" cy="237498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A4567A-E35C-0106-8086-4D7C4D1DA458}"/>
              </a:ext>
            </a:extLst>
          </p:cNvPr>
          <p:cNvSpPr/>
          <p:nvPr/>
        </p:nvSpPr>
        <p:spPr bwMode="gray">
          <a:xfrm>
            <a:off x="6259511" y="1274727"/>
            <a:ext cx="2593875" cy="1080243"/>
          </a:xfrm>
          <a:prstGeom prst="roundRect">
            <a:avLst/>
          </a:prstGeom>
          <a:noFill/>
          <a:ln w="28575">
            <a:solidFill>
              <a:srgbClr val="D30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BCCE7E8-EAFC-2CF8-02A7-A06909001CFE}"/>
              </a:ext>
            </a:extLst>
          </p:cNvPr>
          <p:cNvSpPr/>
          <p:nvPr/>
        </p:nvSpPr>
        <p:spPr bwMode="gray">
          <a:xfrm>
            <a:off x="6259511" y="2553110"/>
            <a:ext cx="2629458" cy="1080243"/>
          </a:xfrm>
          <a:prstGeom prst="roundRect">
            <a:avLst/>
          </a:prstGeom>
          <a:noFill/>
          <a:ln w="28575">
            <a:solidFill>
              <a:srgbClr val="D30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DBFBF57-C8FD-CE88-9795-A5B95367C604}"/>
              </a:ext>
            </a:extLst>
          </p:cNvPr>
          <p:cNvSpPr/>
          <p:nvPr/>
        </p:nvSpPr>
        <p:spPr bwMode="gray">
          <a:xfrm>
            <a:off x="10940031" y="1402951"/>
            <a:ext cx="820911" cy="2276775"/>
          </a:xfrm>
          <a:prstGeom prst="roundRect">
            <a:avLst/>
          </a:prstGeom>
          <a:noFill/>
          <a:ln w="28575">
            <a:solidFill>
              <a:srgbClr val="D30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5762EB8-C023-DBD0-AC0F-3F0897A4A829}"/>
              </a:ext>
            </a:extLst>
          </p:cNvPr>
          <p:cNvCxnSpPr>
            <a:cxnSpLocks/>
          </p:cNvCxnSpPr>
          <p:nvPr/>
        </p:nvCxnSpPr>
        <p:spPr bwMode="gray">
          <a:xfrm flipV="1">
            <a:off x="7843687" y="3175670"/>
            <a:ext cx="576064" cy="720080"/>
          </a:xfrm>
          <a:prstGeom prst="straightConnector1">
            <a:avLst/>
          </a:prstGeom>
          <a:ln w="28575">
            <a:solidFill>
              <a:srgbClr val="D300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90D24FF-64BB-AEBE-B9D0-68CE47251A97}"/>
              </a:ext>
            </a:extLst>
          </p:cNvPr>
          <p:cNvCxnSpPr>
            <a:cxnSpLocks/>
          </p:cNvCxnSpPr>
          <p:nvPr/>
        </p:nvCxnSpPr>
        <p:spPr bwMode="gray">
          <a:xfrm flipV="1">
            <a:off x="7843687" y="1897360"/>
            <a:ext cx="576064" cy="1998390"/>
          </a:xfrm>
          <a:prstGeom prst="straightConnector1">
            <a:avLst/>
          </a:prstGeom>
          <a:ln w="28575">
            <a:solidFill>
              <a:srgbClr val="D300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2F8A576-4194-6F1C-6493-4C0159CA4D40}"/>
              </a:ext>
            </a:extLst>
          </p:cNvPr>
          <p:cNvSpPr txBox="1"/>
          <p:nvPr/>
        </p:nvSpPr>
        <p:spPr bwMode="gray">
          <a:xfrm>
            <a:off x="7042767" y="3944317"/>
            <a:ext cx="1296144" cy="17386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altLang="zh-CN" sz="1400" dirty="0"/>
              <a:t>Heuristic masks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0AC5E3-B921-EE16-A71D-091C6696C6A4}"/>
              </a:ext>
            </a:extLst>
          </p:cNvPr>
          <p:cNvSpPr txBox="1"/>
          <p:nvPr/>
        </p:nvSpPr>
        <p:spPr bwMode="gray">
          <a:xfrm>
            <a:off x="10389266" y="3990274"/>
            <a:ext cx="1548061" cy="17386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altLang="zh-CN" sz="1400" dirty="0"/>
              <a:t>One action chosen</a:t>
            </a:r>
            <a:endParaRPr lang="en-US" sz="1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E478150-1849-924B-1BDF-ED69FE69A13E}"/>
              </a:ext>
            </a:extLst>
          </p:cNvPr>
          <p:cNvCxnSpPr>
            <a:cxnSpLocks/>
          </p:cNvCxnSpPr>
          <p:nvPr/>
        </p:nvCxnSpPr>
        <p:spPr bwMode="gray">
          <a:xfrm flipV="1">
            <a:off x="11163297" y="3709738"/>
            <a:ext cx="0" cy="270643"/>
          </a:xfrm>
          <a:prstGeom prst="straightConnector1">
            <a:avLst/>
          </a:prstGeom>
          <a:ln w="28575">
            <a:solidFill>
              <a:srgbClr val="D3001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50CC5B77-03F4-5983-D81E-1512052419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963"/>
          <a:stretch>
            <a:fillRect/>
          </a:stretch>
        </p:blipFill>
        <p:spPr>
          <a:xfrm>
            <a:off x="6876764" y="4321311"/>
            <a:ext cx="4367808" cy="197715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BCD8F40-8488-B118-92A2-74687DB36890}"/>
              </a:ext>
            </a:extLst>
          </p:cNvPr>
          <p:cNvSpPr txBox="1"/>
          <p:nvPr/>
        </p:nvSpPr>
        <p:spPr bwMode="gray">
          <a:xfrm>
            <a:off x="10389266" y="5788993"/>
            <a:ext cx="1296144" cy="17386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altLang="zh-CN" sz="1400" dirty="0"/>
              <a:t>3D-FunSearch</a:t>
            </a:r>
            <a:endParaRPr lang="en-US" sz="14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68045CE-0355-5100-70A1-23231B93BFDC}"/>
              </a:ext>
            </a:extLst>
          </p:cNvPr>
          <p:cNvSpPr/>
          <p:nvPr/>
        </p:nvSpPr>
        <p:spPr bwMode="gray">
          <a:xfrm>
            <a:off x="6596434" y="4245930"/>
            <a:ext cx="5164508" cy="2037724"/>
          </a:xfrm>
          <a:prstGeom prst="round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461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3C2C4-4B65-51AE-3B1C-70F93011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&amp; Motivation –Heuristics for 3D-BPP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A102D6-31C7-AD12-CD65-673F7EBAB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3852318" cy="468471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Hand-Crafted packing heuristics: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Column Building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Floor Building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First Fit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Corner Point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Extreme Point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Empty Max Space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LLM-Based Heuristics: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Human Feedback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Evolution of Heuristics (EoH)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Learning-Based Heuristics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812FD-ECE5-CF8E-A7A4-51CD1F632C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6C038B-66C7-4B1D-B0C1-79C27504182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FD538-94EB-5AF4-3596-F7874B45E8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FCDCC-310E-B6D0-CE30-3618B7BBDB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09D887C-829A-D3F5-923F-A2C668AA54C7}"/>
              </a:ext>
            </a:extLst>
          </p:cNvPr>
          <p:cNvSpPr/>
          <p:nvPr/>
        </p:nvSpPr>
        <p:spPr bwMode="gray">
          <a:xfrm>
            <a:off x="263352" y="4077072"/>
            <a:ext cx="2650234" cy="720080"/>
          </a:xfrm>
          <a:prstGeom prst="roundRect">
            <a:avLst/>
          </a:prstGeom>
          <a:noFill/>
          <a:ln w="2857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583FEA-4ADA-31D1-4C9A-4EE612BD11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98"/>
          <a:stretch>
            <a:fillRect/>
          </a:stretch>
        </p:blipFill>
        <p:spPr>
          <a:xfrm>
            <a:off x="4007768" y="1556792"/>
            <a:ext cx="3612919" cy="14360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40DE54-FD95-C6AC-8BFD-D2BD0467E3D1}"/>
              </a:ext>
            </a:extLst>
          </p:cNvPr>
          <p:cNvSpPr txBox="1"/>
          <p:nvPr/>
        </p:nvSpPr>
        <p:spPr bwMode="gray">
          <a:xfrm>
            <a:off x="4106628" y="3105434"/>
            <a:ext cx="3612918" cy="18765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dirty="0"/>
              <a:t>Feasibility heuristics based on physical rules</a:t>
            </a:r>
          </a:p>
        </p:txBody>
      </p:sp>
      <p:pic>
        <p:nvPicPr>
          <p:cNvPr id="13" name="Picture 12" descr="A diagram of a box and a box&#10;&#10;AI-generated content may be incorrect.">
            <a:extLst>
              <a:ext uri="{FF2B5EF4-FFF2-40B4-BE49-F238E27FC236}">
                <a16:creationId xmlns:a16="http://schemas.microsoft.com/office/drawing/2014/main" id="{F03EA507-A2DB-B291-942F-D173DD618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97" y="1556792"/>
            <a:ext cx="3467689" cy="1550732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E66EF2E-BDD7-04CC-B462-158835287593}"/>
              </a:ext>
            </a:extLst>
          </p:cNvPr>
          <p:cNvCxnSpPr>
            <a:cxnSpLocks/>
          </p:cNvCxnSpPr>
          <p:nvPr/>
        </p:nvCxnSpPr>
        <p:spPr bwMode="gray">
          <a:xfrm>
            <a:off x="7932738" y="1376362"/>
            <a:ext cx="0" cy="20994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88C5FA2-208B-68D2-912E-5152F7C82430}"/>
              </a:ext>
            </a:extLst>
          </p:cNvPr>
          <p:cNvSpPr txBox="1"/>
          <p:nvPr/>
        </p:nvSpPr>
        <p:spPr bwMode="gray">
          <a:xfrm>
            <a:off x="9026204" y="3105434"/>
            <a:ext cx="1700855" cy="2689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dirty="0"/>
              <a:t>unpacking heuristics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898A20E-02A6-89FC-141B-6CF39F9A1D5C}"/>
              </a:ext>
            </a:extLst>
          </p:cNvPr>
          <p:cNvCxnSpPr>
            <a:cxnSpLocks/>
          </p:cNvCxnSpPr>
          <p:nvPr/>
        </p:nvCxnSpPr>
        <p:spPr bwMode="gray">
          <a:xfrm>
            <a:off x="3143672" y="4437112"/>
            <a:ext cx="108012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FBE844-9E9A-8ED4-9907-F8D39461836E}"/>
              </a:ext>
            </a:extLst>
          </p:cNvPr>
          <p:cNvSpPr txBox="1">
            <a:spLocks/>
          </p:cNvSpPr>
          <p:nvPr/>
        </p:nvSpPr>
        <p:spPr bwMode="gray">
          <a:xfrm>
            <a:off x="4666907" y="4018934"/>
            <a:ext cx="6729379" cy="11859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i="1" dirty="0"/>
              <a:t>Human-in-the-loop </a:t>
            </a:r>
            <a:r>
              <a:rPr lang="en-US" dirty="0"/>
              <a:t>LLM-based algorithm generation and Implementation of heuristic solution framework for robotic palletization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Compare with the widely used Hand-Crafted Heuristics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No “learning” in the framework</a:t>
            </a:r>
          </a:p>
        </p:txBody>
      </p:sp>
    </p:spTree>
    <p:extLst>
      <p:ext uri="{BB962C8B-B14F-4D97-AF65-F5344CB8AC3E}">
        <p14:creationId xmlns:p14="http://schemas.microsoft.com/office/powerpoint/2010/main" val="3542829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1D69-4359-4EB0-7AA7-39192AEDA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 – Our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1BB23E-0115-A639-E94F-50EDBBDD4B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7561264" cy="234079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Colloquial description based on the problem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Human-guided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LLM-generated heuristics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Code-level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Human-in-the-loop offline feedback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Iteratively improve LLM-generated heuristics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No Deep Reinforcement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A1EA1-A4AD-C153-007D-B7B1858C1BB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6C038B-66C7-4B1D-B0C1-79C27504182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EE55C-EE36-4AC1-E782-0DBC437635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Team Report - HOT AI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3A983-5BD0-2F0C-212E-42047718E6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Rechteck 45">
            <a:extLst>
              <a:ext uri="{FF2B5EF4-FFF2-40B4-BE49-F238E27FC236}">
                <a16:creationId xmlns:a16="http://schemas.microsoft.com/office/drawing/2014/main" id="{EC9C536D-7447-A7D1-D915-272EEF0E5C51}"/>
              </a:ext>
            </a:extLst>
          </p:cNvPr>
          <p:cNvSpPr>
            <a:spLocks/>
          </p:cNvSpPr>
          <p:nvPr/>
        </p:nvSpPr>
        <p:spPr bwMode="gray">
          <a:xfrm>
            <a:off x="359461" y="4075054"/>
            <a:ext cx="3132294" cy="40206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Advantages and Limitations: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51D73A8-4894-06C3-52C0-B488A49220FB}"/>
              </a:ext>
            </a:extLst>
          </p:cNvPr>
          <p:cNvSpPr txBox="1">
            <a:spLocks/>
          </p:cNvSpPr>
          <p:nvPr/>
        </p:nvSpPr>
        <p:spPr bwMode="gray">
          <a:xfrm>
            <a:off x="359461" y="4659587"/>
            <a:ext cx="5580510" cy="12711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Computationally efficient </a:t>
            </a:r>
            <a:r>
              <a:rPr lang="en-US" dirty="0"/>
              <a:t>compared to learning-based methods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Non-expert friendly</a:t>
            </a:r>
            <a:r>
              <a:rPr lang="en-US" dirty="0"/>
              <a:t>: can be tuned without coding expertise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LLM-based heuristics have the potential to outperform handcrafted heuristics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47FC6B0-BB19-8693-5BB8-B37F8EF46374}"/>
              </a:ext>
            </a:extLst>
          </p:cNvPr>
          <p:cNvSpPr txBox="1">
            <a:spLocks/>
          </p:cNvSpPr>
          <p:nvPr/>
        </p:nvSpPr>
        <p:spPr bwMode="gray">
          <a:xfrm>
            <a:off x="6023992" y="4659587"/>
            <a:ext cx="5580510" cy="1829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Non-optimal solution: </a:t>
            </a:r>
            <a:r>
              <a:rPr lang="en-US" dirty="0"/>
              <a:t>Heuristics are based on fixed rules, lacks the optimization process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Not end-to-end</a:t>
            </a:r>
            <a:r>
              <a:rPr lang="en-US" dirty="0"/>
              <a:t>: human involvement is required for offline heuristic refinement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Heuristic-based methods are unlikely to surpass reinforcement learning</a:t>
            </a:r>
            <a:r>
              <a:rPr lang="en-US" dirty="0"/>
              <a:t> in terms of ultimate performance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1647082-3A55-D6D6-370E-319C2257A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162" y="1297646"/>
            <a:ext cx="6781153" cy="293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551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6136-0F05-8F8D-D843-CEB4793D0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Initial Idea about the Task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0605D-EC12-FD62-2D4B-52A954185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4" y="1592263"/>
            <a:ext cx="6913642" cy="468471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Simulation Platform Setup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Reproducing the simulation environment of Paper 1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Building an interface between heuristic algorithms and the simulation environment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/>
              <a:t>Heuristic Generation Platform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Input: problem specifications and </a:t>
            </a:r>
            <a:r>
              <a:rPr lang="en-US" b="1" dirty="0"/>
              <a:t>natural-language guidance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Output: </a:t>
            </a:r>
            <a:r>
              <a:rPr lang="en-US" b="1" dirty="0"/>
              <a:t>executable programs </a:t>
            </a:r>
            <a:r>
              <a:rPr lang="en-US" dirty="0"/>
              <a:t>for mask generation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Framework Integration &amp; Heuristic Optimization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Running the complete framework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Iterative optimization of heuristics based on execution results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Experimental Evaluation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Conducting experiments and </a:t>
            </a:r>
            <a:r>
              <a:rPr lang="en-US" b="1" dirty="0"/>
              <a:t>comparing against handcrafted </a:t>
            </a:r>
            <a:r>
              <a:rPr lang="en-US" dirty="0"/>
              <a:t>heuristics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9D0D5-A42D-279E-2A44-35D77EA772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6C038B-66C7-4B1D-B0C1-79C27504182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3EADE-7F3D-FEC6-11E5-0995DFA7957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Team Report - HOT AI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40E69-97E2-E95B-3BF4-0D00B1446B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7" descr="A robot on a table&#10;&#10;AI-generated content may be incorrect.">
            <a:extLst>
              <a:ext uri="{FF2B5EF4-FFF2-40B4-BE49-F238E27FC236}">
                <a16:creationId xmlns:a16="http://schemas.microsoft.com/office/drawing/2014/main" id="{E26EE256-F5A1-CFC0-4634-E3C03D77B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168" y="1052736"/>
            <a:ext cx="4032448" cy="22295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F8FE7E-71AC-36A3-0B59-658E3C92E02C}"/>
              </a:ext>
            </a:extLst>
          </p:cNvPr>
          <p:cNvSpPr txBox="1"/>
          <p:nvPr/>
        </p:nvSpPr>
        <p:spPr bwMode="gray">
          <a:xfrm>
            <a:off x="8832615" y="3427495"/>
            <a:ext cx="1583553" cy="29645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dirty="0"/>
              <a:t>Simulation Platform</a:t>
            </a:r>
          </a:p>
        </p:txBody>
      </p:sp>
      <p:pic>
        <p:nvPicPr>
          <p:cNvPr id="11" name="Picture 10" descr="A collage of different colored cubes&#10;&#10;AI-generated content may be incorrect.">
            <a:extLst>
              <a:ext uri="{FF2B5EF4-FFF2-40B4-BE49-F238E27FC236}">
                <a16:creationId xmlns:a16="http://schemas.microsoft.com/office/drawing/2014/main" id="{EF74CA59-ED0E-F4AF-1366-53172202B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116" y="3869162"/>
            <a:ext cx="4355500" cy="18483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2FC4B4-A7CC-D8E9-EC53-9D26DF7BE916}"/>
              </a:ext>
            </a:extLst>
          </p:cNvPr>
          <p:cNvSpPr txBox="1"/>
          <p:nvPr/>
        </p:nvSpPr>
        <p:spPr bwMode="gray">
          <a:xfrm>
            <a:off x="8832614" y="5699200"/>
            <a:ext cx="1583553" cy="29645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400" dirty="0"/>
              <a:t>Experiment Examples</a:t>
            </a:r>
          </a:p>
        </p:txBody>
      </p:sp>
    </p:spTree>
    <p:extLst>
      <p:ext uri="{BB962C8B-B14F-4D97-AF65-F5344CB8AC3E}">
        <p14:creationId xmlns:p14="http://schemas.microsoft.com/office/powerpoint/2010/main" val="2397572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B8400-3FFD-136B-2698-BE7972CC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Questions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29BDD-2B60-59DB-C36C-523280A92D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Should </a:t>
            </a:r>
            <a:r>
              <a:rPr lang="en-US" b="1" dirty="0"/>
              <a:t>unpacking actions </a:t>
            </a:r>
            <a:r>
              <a:rPr lang="en-US" dirty="0"/>
              <a:t>be included in the action space? This sounds unfair for the hand-crafted heuristics, since most of them only considered packing actions. Shouldn’t we control variables?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Which </a:t>
            </a:r>
            <a:r>
              <a:rPr lang="en-US" b="1" dirty="0"/>
              <a:t>evaluation metrics </a:t>
            </a:r>
            <a:r>
              <a:rPr lang="en-US" dirty="0"/>
              <a:t>would you recommend for assessing solution quality?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Our current plan is to adopt </a:t>
            </a:r>
            <a:r>
              <a:rPr lang="en-US" b="1" dirty="0"/>
              <a:t>metrics from Paper 2</a:t>
            </a:r>
            <a:r>
              <a:rPr lang="en-US" dirty="0"/>
              <a:t>, including space utilization, average number of stacks, and standard deviation.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Should we compare our framework with learning based methods? (will discuss later in detail)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922C3-74BF-AB65-10B0-A50D330F2C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03953" y="1592263"/>
            <a:ext cx="5616575" cy="291685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Given the relatively </a:t>
            </a:r>
            <a:r>
              <a:rPr lang="en-US" b="1" dirty="0"/>
              <a:t>small codebase</a:t>
            </a:r>
            <a:r>
              <a:rPr lang="en-US" dirty="0"/>
              <a:t> of the project, should the main effort focus on </a:t>
            </a:r>
            <a:r>
              <a:rPr lang="en-US" b="1" dirty="0"/>
              <a:t>experimental evaluation</a:t>
            </a:r>
            <a:r>
              <a:rPr lang="en-US" dirty="0"/>
              <a:t>?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Our preliminary estimate of workload distribution is: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dirty="0"/>
              <a:t>Reproduction: </a:t>
            </a:r>
            <a:r>
              <a:rPr lang="en-US" altLang="zh-CN" dirty="0"/>
              <a:t>3</a:t>
            </a:r>
            <a:r>
              <a:rPr lang="en-US" dirty="0"/>
              <a:t>0%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dirty="0"/>
              <a:t>Heuristic tuning: </a:t>
            </a:r>
            <a:r>
              <a:rPr lang="en-US" altLang="zh-CN" dirty="0"/>
              <a:t>2</a:t>
            </a:r>
            <a:r>
              <a:rPr lang="en-US" dirty="0"/>
              <a:t>0%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dirty="0"/>
              <a:t>Experiments and analysis: 50%</a:t>
            </a:r>
            <a:br>
              <a:rPr lang="en-US" dirty="0"/>
            </a:br>
            <a:r>
              <a:rPr lang="en-US" dirty="0"/>
              <a:t>with the goal of conducting a systematic comparison between handcrafted heuristics and LLM-based heuristics.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45114C-1A3A-DA47-F5FF-6BA73D65C9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72BC6-857F-1053-4C09-60C07024DA8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Team Report - HOT AI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8ED9A-F206-DEF8-88A6-5E68D8D00E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69552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7410B-8125-0C2C-BFDA-0E1E72793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DD2CAF6E-45A7-2CF5-9F2E-049F8BB6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620688"/>
            <a:ext cx="2520280" cy="1224135"/>
          </a:xfrm>
        </p:spPr>
        <p:txBody>
          <a:bodyPr/>
          <a:lstStyle/>
          <a:p>
            <a:r>
              <a:rPr lang="en-US" sz="2800" dirty="0"/>
              <a:t>Pitch Pre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E122DCE-DD2A-B494-02E2-FDCC68BDC5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816" y="1772816"/>
            <a:ext cx="4590207" cy="3636814"/>
          </a:xfrm>
        </p:spPr>
        <p:txBody>
          <a:bodyPr/>
          <a:lstStyle/>
          <a:p>
            <a:r>
              <a:rPr lang="en-US" altLang="zh-CN" dirty="0"/>
              <a:t>Project roadmap</a:t>
            </a: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Measuring results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Splitting the work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B14E037-B435-B948-CA87-F53454540B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2D16AF6F-2067-47A0-B420-7D314E3D08F4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6A50605-4F8B-C9B6-00A8-2E9404241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A9CB2D9-5871-6BB0-A854-E73B2819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969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6BEBB-FFB1-839B-BA17-6AB3DB65D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Project roadmap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97290B-2E0A-7D38-5092-1C823567AD2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B858E8-75EB-64B4-2F64-AC4CE6C7BA5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8119F8-4151-9B43-6050-809D3CE499E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图片 8" descr="手机屏幕截图&#10;&#10;AI 生成的内容可能不正确。">
            <a:extLst>
              <a:ext uri="{FF2B5EF4-FFF2-40B4-BE49-F238E27FC236}">
                <a16:creationId xmlns:a16="http://schemas.microsoft.com/office/drawing/2014/main" id="{DB567A4D-AAEC-B637-66C7-F9CF17390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23" y="1700808"/>
            <a:ext cx="8861344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22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0F464-887A-914E-1728-94DF28CD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Phase1 - Understand &amp; Decide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64464-27DA-27AD-6B30-7F971581F2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None/>
            </a:pPr>
            <a:r>
              <a:rPr lang="en-US" sz="1800" b="1" dirty="0"/>
              <a:t>17.12 - 31.12</a:t>
            </a:r>
          </a:p>
          <a:p>
            <a:pPr marL="555750" lvl="1" indent="-285750">
              <a:buClr>
                <a:schemeClr val="accent4"/>
              </a:buClr>
              <a:buFont typeface="Wingdings" panose="05000000000000000000" pitchFamily="2" charset="2"/>
              <a:buChar char="q"/>
            </a:pPr>
            <a:r>
              <a:rPr lang="en-US" altLang="zh-CN" dirty="0"/>
              <a:t>Familiarization with existing approaches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Study learning-based robotic packing &amp; palletization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Understand how heuristics, DRL, and physics simulation interact</a:t>
            </a:r>
          </a:p>
          <a:p>
            <a:pPr marL="555750" lvl="2" indent="-28575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Supervisor Discussion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Presented our understanding &amp; initial idea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Clarified:</a:t>
            </a:r>
          </a:p>
          <a:p>
            <a:pPr marL="555750" lvl="2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dirty="0"/>
              <a:t>Direction &amp; Planning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Clear project direction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Preliminary task division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D780-A5C4-4B22-98E1-3154FB849B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555750" lvl="2" indent="-28575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Key references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2"/>
              </a:rPr>
              <a:t>Learning packing-and-unpacking synergistic policy via LLM-guided DRL for robust online robotic packing – ScienceDirect</a:t>
            </a:r>
            <a:endParaRPr lang="en-US" altLang="zh-CN" dirty="0"/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>
                <a:hlinkClick r:id="rId3"/>
              </a:rPr>
              <a:t>Physics-Aware Robotic Palletization With Online Masking Inference | IEEE Conference Publication | IEEE Xplore</a:t>
            </a:r>
            <a:endParaRPr lang="en-US" altLang="zh-CN" dirty="0"/>
          </a:p>
          <a:p>
            <a:pPr marL="825750" lvl="3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2" indent="-28575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Phase 1 Result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shared understanding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focused research direction 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concrete execution plan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8DC4B-3F8D-3C55-96C7-359EF24ECFA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AE8A3-CE43-BEC1-F6D0-A30C08C269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Team Report - HOT AI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BB12A-4483-F1B1-E1C1-3899BF9131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35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F8804-B374-44E8-9EA2-E497DBE6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Phase2 - </a:t>
            </a:r>
            <a:r>
              <a:rPr lang="en-US" altLang="zh-CN" dirty="0"/>
              <a:t>Implementation &amp; Algorithm Development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37351-D789-1323-18E3-1588F02049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ClrTx/>
              <a:buNone/>
            </a:pPr>
            <a:r>
              <a:rPr lang="en-US" sz="1800" b="1" dirty="0"/>
              <a:t>31.12 – 21.01</a:t>
            </a:r>
          </a:p>
          <a:p>
            <a:pPr marL="612900" lvl="1" indent="-34290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Simulation &amp; Data Pipeline Setup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Implement data preprocessing and simulation based on the available code of Paper 1</a:t>
            </a:r>
          </a:p>
          <a:p>
            <a:pPr marL="555750" lvl="2" indent="-28575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Human-in-the-loop LLM-based Heuristic Generation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Design a human-guided, LLM-based heuristic generation pipeline</a:t>
            </a:r>
          </a:p>
          <a:p>
            <a:pPr marL="555750" lvl="2" indent="-28575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Heuristic Solution Framework for Robotic Palletization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Integrate heuristics with feasibility checks and simulation interface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D9DF5-4326-D1B3-FFC8-FAE30B08C4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555750" lvl="2" indent="-28575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GOAL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Get familiar with the simulation platform and ensure correct execution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Generate initial executable heuristic algorithms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Ensure end-to-end execution from heuristic generation to simulation rollout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2" indent="-28575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Phase 2 Result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functional end-to-end pipeline where LLM-generated palletization heuristics can be executed within a physics-based simulation environment.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978D3-C3F9-A634-0DC5-7A92F57F6E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494E4-8BB2-96BC-EDEC-101BF12DFE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4258B-6D05-5754-961D-4E7EB031CB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207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B5B4A-8BC9-713E-7909-3665D03B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F5F78-2BA0-AED6-E0DC-4B3870302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Phase3 - </a:t>
            </a:r>
            <a:r>
              <a:rPr lang="en-US" altLang="zh-CN" dirty="0"/>
              <a:t>Experimental Evaluation &amp; Refinement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7D22CC-4BA3-BDD0-A189-818E46E29F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1" indent="0">
              <a:buClrTx/>
              <a:buNone/>
            </a:pPr>
            <a:r>
              <a:rPr lang="en-US" sz="1800" b="1" dirty="0"/>
              <a:t>21.01 – 18.02</a:t>
            </a:r>
          </a:p>
          <a:p>
            <a:pPr marL="555750" lvl="1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dirty="0"/>
              <a:t>Design experiments based on: </a:t>
            </a:r>
            <a:r>
              <a:rPr lang="en-US" altLang="zh-CN" i="1" dirty="0"/>
              <a:t>Data foundation, Baselines, Evaluation strategy</a:t>
            </a:r>
            <a:endParaRPr lang="en-US" altLang="zh-CN" dirty="0"/>
          </a:p>
          <a:p>
            <a:pPr marL="555750" lvl="2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dirty="0"/>
              <a:t>Run experiments and collect logs/results in the simulator</a:t>
            </a:r>
          </a:p>
          <a:p>
            <a:pPr marL="555750" lvl="2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dirty="0"/>
              <a:t>Iteratively refine heuristics / LLM prompts based on observed failure cases and performance</a:t>
            </a:r>
          </a:p>
          <a:p>
            <a:pPr marL="555750" lvl="2" indent="-28575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altLang="zh-CN" dirty="0"/>
              <a:t>Consolidate results into tables/plots and summarize key findings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44257-A49A-D75E-0CD8-0009516958B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555750" lvl="2" indent="-28575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GOAL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Get familiar with the simulation platform and ensure correct execution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Generate initial executable heuristic algorithms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Ensure end-to-end execution from heuristic generation to simulation rollout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2" indent="-285750"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Phase 2 Result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functional end-to-end pipeline where LLM-generated palletization heuristics can be executed within a physics-based simulation environment.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B8F3E-77F7-4E8C-776E-B06ACF6E8E5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F47FC-1A40-2F62-6F70-8D8359F59C9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D899-14C6-825E-E72E-20671CC967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4620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1C320-D544-EEEE-3479-CD3E34A88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23E76EFE-4EF1-A364-4EE0-DADB7DB3E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620688"/>
            <a:ext cx="2520280" cy="1224135"/>
          </a:xfrm>
        </p:spPr>
        <p:txBody>
          <a:bodyPr/>
          <a:lstStyle/>
          <a:p>
            <a:r>
              <a:rPr lang="en-US" sz="2800" dirty="0"/>
              <a:t>Pitch Pre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E51270E-7BA3-000F-3C15-1774BB2BF7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816" y="1772816"/>
            <a:ext cx="4590207" cy="3636814"/>
          </a:xfrm>
        </p:spPr>
        <p:txBody>
          <a:bodyPr/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Project roadmap</a:t>
            </a:r>
          </a:p>
          <a:p>
            <a:r>
              <a:rPr lang="en-US" altLang="zh-CN" dirty="0"/>
              <a:t>Measuring results</a:t>
            </a:r>
            <a:endParaRPr lang="en-US" dirty="0"/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Splitting the work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2195646-DA8F-B9D1-52A6-9E361B8115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2D16AF6F-2067-47A0-B420-7D314E3D08F4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6213334-3109-8F35-7068-4ADCF53B0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939CDD4-D84A-65A3-EAE9-83A85E83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545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9F0D-4032-5385-DC18-2B1E341BB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Measuring Results - Quantity Metrics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D3F7D-04EE-EF0D-817B-39CF385A6D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473" y="1592263"/>
            <a:ext cx="10767031" cy="468471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Form: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Components: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Data foundation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Baselines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Evaluation strategy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lvl="2" indent="-285750">
              <a:buClrTx/>
              <a:buFont typeface="Arial" panose="020B0604020202020204" pitchFamily="34" charset="0"/>
              <a:buChar char="•"/>
            </a:pPr>
            <a:r>
              <a:rPr lang="en-US" altLang="zh-CN" dirty="0"/>
              <a:t>Describe the table: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altLang="zh-CN" dirty="0"/>
              <a:t>Based on (which </a:t>
            </a:r>
            <a:r>
              <a:rPr lang="en-US" altLang="zh-CN" dirty="0" err="1"/>
              <a:t>DATAx</a:t>
            </a:r>
            <a:r>
              <a:rPr lang="en-US" altLang="zh-CN" dirty="0"/>
              <a:t>),  compared with (</a:t>
            </a:r>
            <a:r>
              <a:rPr lang="en-US" altLang="zh-CN" dirty="0">
                <a:solidFill>
                  <a:srgbClr val="D30015"/>
                </a:solidFill>
              </a:rPr>
              <a:t>which Baselines?</a:t>
            </a:r>
            <a:r>
              <a:rPr lang="en-US" altLang="zh-CN" dirty="0"/>
              <a:t>) ,the performance in (which Evaluation strategy). </a:t>
            </a:r>
          </a:p>
          <a:p>
            <a:pPr lvl="1" indent="0">
              <a:buNone/>
            </a:pPr>
            <a:endParaRPr lang="en-US" altLang="zh-CN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57026-E289-AAB4-49F2-9DE8E7E4BCF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86C038B-66C7-4B1D-B0C1-79C27504182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F2994-A448-F0E7-92BE-7821B1203F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Team Report - HOT AI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F9C1F-2D1C-A315-ADB4-7842AA9700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6D6B8E3-EDB7-396B-5461-8D3AD94E2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88" y="1484784"/>
            <a:ext cx="7922825" cy="287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22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CD97B-31E2-4AA0-9D8C-4F3FD54B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Measuring Results - Data foundation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CDEBB-CB41-F672-82D3-A27C3E6DAB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Dataset1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Generated by directly partitioning a 𝐿×𝑊×𝐻 bin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All items are regular cuboids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Item sizes are relatively uniform, with no extremely flat or elongated shapes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The item order is randomly shuffled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Dataset2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Generated from a predefined set of item templates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Item sizes range from (1,1,1) to (5,5,5)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Includes flat or elongated items (with at most one dimension equal to 1)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Item volumes are balanced across small, medium, and large categories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Items are arranged using a fixed ordering rule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F4169-4DD0-7BAA-0EB4-182791424C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Dataset3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Uses the same set of items as Dataset-2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Item sizes and shape distribution are identical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The only difference is the item ordering, which follows a different sorting rule</a:t>
            </a:r>
          </a:p>
          <a:p>
            <a:pPr lvl="1" indent="0"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Characteristic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Dataset1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dirty="0"/>
              <a:t>Simple and regular item shapes, mainly used to evaluate basic packing capability.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Dataset2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dirty="0"/>
              <a:t>More diverse item shapes, closer to real logistics scenarios, with structured item ordering.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Dataset3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dirty="0"/>
              <a:t>Same item shapes as Dataset-2, but used to test robustness against different item sequences.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CC04E-E91D-DFAF-28EC-5248E0BDB5C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31067-A69B-F61F-DD05-AF465F0D1F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2EDEF-82BE-8CE7-5611-590C34F8E7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9340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4F14B-C484-6412-68D6-001DBF887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D67B-07A4-1F95-3CDB-462AEE3B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Measuring Results - Baselines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7B914-296F-9C01-898A-CBEC9DE1D6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Baselines</a:t>
            </a:r>
          </a:p>
          <a:p>
            <a:pPr marL="5557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DRL-based heuristics</a:t>
            </a:r>
            <a:r>
              <a:rPr lang="en-US" altLang="zh-CN" dirty="0">
                <a:solidFill>
                  <a:srgbClr val="FF0000"/>
                </a:solidFill>
              </a:rPr>
              <a:t>(To-be-decided)</a:t>
            </a:r>
          </a:p>
          <a:p>
            <a:pPr marL="5557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Handcrafted heuristics(paper2))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Column Building 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Floor Building  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First Fit 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Corner Point 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Extreme Point  </a:t>
            </a:r>
          </a:p>
          <a:p>
            <a:pPr marL="825750" lvl="3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Empty Max Space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21E49-1F98-3C89-D25F-8ED44073B2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Characteristic and reason(why we select them?)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DRL heuristics 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Handcrafted heuristics 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83FF5-0D4D-2112-5ECA-E591E0394DA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CE0D5-8622-B1CB-26E6-3C61DFC2459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88EDF-509A-79CC-9691-4415790E8D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32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2E97-86F2-1D26-026A-14027817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51FC0-B685-F56A-3AE4-60A22659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Measuring Results - </a:t>
            </a:r>
            <a:r>
              <a:rPr lang="en-US" altLang="zh-CN" sz="3200" dirty="0"/>
              <a:t>Evaluation strategy</a:t>
            </a:r>
            <a:br>
              <a:rPr lang="en-US" altLang="zh-CN" sz="3600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172F0-1FA0-F9F3-E92F-4AAFD8C8F1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Space Utilization (Uti.)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The ratio of the total volume of packed items to the volume of the bin.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Average Number of Packed Items (Num.)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The average number of items successfully packed into the bin per episode.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Deviation of Space Utilization (Sta.)</a:t>
            </a:r>
          </a:p>
          <a:p>
            <a:pPr marL="555750" lvl="1" indent="-285750">
              <a:buFont typeface="Arial" panose="020B0604020202020204" pitchFamily="34" charset="0"/>
              <a:buChar char="•"/>
            </a:pPr>
            <a:r>
              <a:rPr lang="en-US" dirty="0"/>
              <a:t>The standard deviation of space utilization across different episodes.</a:t>
            </a:r>
          </a:p>
          <a:p>
            <a:pPr lvl="1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5D277-BBAF-4A64-FA20-522792F5183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36286-A179-9DB1-4CFD-BF267A07707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3D106-B831-AF3F-4530-E1CC927054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370BA2B8-1819-3F9E-7EDA-17888DC11A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790"/>
          <a:stretch>
            <a:fillRect/>
          </a:stretch>
        </p:blipFill>
        <p:spPr>
          <a:xfrm>
            <a:off x="6528048" y="1376362"/>
            <a:ext cx="4584733" cy="3600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699D37C-6DE7-165C-51F0-E73F03412F37}"/>
              </a:ext>
            </a:extLst>
          </p:cNvPr>
          <p:cNvSpPr/>
          <p:nvPr/>
        </p:nvSpPr>
        <p:spPr bwMode="gray">
          <a:xfrm>
            <a:off x="8472264" y="1844824"/>
            <a:ext cx="2520280" cy="288032"/>
          </a:xfrm>
          <a:prstGeom prst="rect">
            <a:avLst/>
          </a:prstGeom>
          <a:noFill/>
          <a:ln w="28575">
            <a:solidFill>
              <a:srgbClr val="D300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108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B778-1496-127D-00F4-B2F233C0B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9A51-6FE2-79A3-4E8B-24763E807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Measuring results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520B34-1594-5AE2-D1EF-20F7AEEF05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EBF2FE-09C9-46CB-B9EB-59B6D136DB67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DB0AB-9767-707D-630F-CF289EFC2C9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Team Report - HOT AI Project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53731-7189-AAA8-3DC1-83823263F4B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A6394A7-16CE-1161-2A08-83BCDCC83BBD}"/>
              </a:ext>
            </a:extLst>
          </p:cNvPr>
          <p:cNvSpPr txBox="1">
            <a:spLocks/>
          </p:cNvSpPr>
          <p:nvPr/>
        </p:nvSpPr>
        <p:spPr bwMode="gray">
          <a:xfrm>
            <a:off x="5951985" y="2348378"/>
            <a:ext cx="4752529" cy="15126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5750" lvl="2" indent="-285750">
              <a:buFont typeface="Wingdings" panose="05000000000000000000" pitchFamily="2" charset="2"/>
              <a:buChar char="p"/>
            </a:pPr>
            <a:endParaRPr lang="en-US" altLang="zh-CN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BA31D5B-9AA0-4582-B925-6B77CDF57393}"/>
              </a:ext>
            </a:extLst>
          </p:cNvPr>
          <p:cNvSpPr txBox="1">
            <a:spLocks/>
          </p:cNvSpPr>
          <p:nvPr/>
        </p:nvSpPr>
        <p:spPr bwMode="gray">
          <a:xfrm>
            <a:off x="6240016" y="4733230"/>
            <a:ext cx="4752529" cy="212477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p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4374085-7EB7-8D57-9DD1-7663DE371624}"/>
              </a:ext>
            </a:extLst>
          </p:cNvPr>
          <p:cNvSpPr txBox="1">
            <a:spLocks/>
          </p:cNvSpPr>
          <p:nvPr/>
        </p:nvSpPr>
        <p:spPr bwMode="gray">
          <a:xfrm>
            <a:off x="763710" y="1385431"/>
            <a:ext cx="4396186" cy="46085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/>
              <a:t>Quality</a:t>
            </a:r>
          </a:p>
          <a:p>
            <a:pPr marL="555750" lvl="2" indent="-285750">
              <a:buFont typeface="Wingdings" panose="05000000000000000000" pitchFamily="2" charset="2"/>
              <a:buChar char="p"/>
            </a:pPr>
            <a:r>
              <a:rPr lang="en-US" altLang="zh-CN" dirty="0"/>
              <a:t>Picture</a:t>
            </a:r>
          </a:p>
          <a:p>
            <a:pPr marL="5557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What is it? </a:t>
            </a:r>
          </a:p>
          <a:p>
            <a:pPr marL="5557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E.g. Based on DATA-1, we constructed six different test cases, whose visualized results are shown in Fig. 7.</a:t>
            </a:r>
          </a:p>
          <a:p>
            <a:pPr marL="5557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How does it looks like?</a:t>
            </a:r>
          </a:p>
          <a:p>
            <a:pPr marL="555750" lvl="2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2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2" indent="-285750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marL="555750" lvl="2" indent="-285750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marL="555750" lvl="2" indent="-285750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marL="555750" lvl="2" indent="-285750">
              <a:buFont typeface="Wingdings" panose="05000000000000000000" pitchFamily="2" charset="2"/>
              <a:buChar char="p"/>
            </a:pPr>
            <a:endParaRPr lang="en-US" altLang="zh-CN" dirty="0"/>
          </a:p>
        </p:txBody>
      </p:sp>
      <p:pic>
        <p:nvPicPr>
          <p:cNvPr id="9" name="图片 8" descr="图片包含 应用程序&#10;&#10;AI 生成的内容可能不正确。">
            <a:extLst>
              <a:ext uri="{FF2B5EF4-FFF2-40B4-BE49-F238E27FC236}">
                <a16:creationId xmlns:a16="http://schemas.microsoft.com/office/drawing/2014/main" id="{9B82D91C-689A-CE9B-0E97-7E83E72C4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7" y="3501008"/>
            <a:ext cx="4222091" cy="1827286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32B045A-10E3-194A-456F-E558F084864E}"/>
              </a:ext>
            </a:extLst>
          </p:cNvPr>
          <p:cNvSpPr txBox="1">
            <a:spLocks/>
          </p:cNvSpPr>
          <p:nvPr/>
        </p:nvSpPr>
        <p:spPr bwMode="gray">
          <a:xfrm>
            <a:off x="6152968" y="1403554"/>
            <a:ext cx="4396186" cy="46085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  <a:p>
            <a:pPr marL="555750" lvl="2" indent="-285750">
              <a:buFont typeface="Wingdings" panose="05000000000000000000" pitchFamily="2" charset="2"/>
              <a:buChar char="p"/>
            </a:pPr>
            <a:r>
              <a:rPr lang="en-US" altLang="zh-CN" dirty="0"/>
              <a:t>Video</a:t>
            </a:r>
          </a:p>
          <a:p>
            <a:pPr marL="5557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What is it? </a:t>
            </a:r>
          </a:p>
          <a:p>
            <a:pPr marL="555750" lvl="2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How does it looks like?</a:t>
            </a:r>
          </a:p>
          <a:p>
            <a:pPr marL="555750" lvl="2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2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555750" lvl="2" indent="-285750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marL="555750" lvl="2" indent="-285750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marL="555750" lvl="2" indent="-285750">
              <a:buFont typeface="Wingdings" panose="05000000000000000000" pitchFamily="2" charset="2"/>
              <a:buChar char="p"/>
            </a:pPr>
            <a:endParaRPr lang="en-US" altLang="zh-CN" dirty="0"/>
          </a:p>
          <a:p>
            <a:pPr marL="555750" lvl="2" indent="-285750">
              <a:buFont typeface="Wingdings" panose="05000000000000000000" pitchFamily="2" charset="2"/>
              <a:buChar char="p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0468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39CDE-DF71-9890-EF60-1BA72C4CD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4C851B69-B7FB-1F1F-5FA4-3913B6AE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620688"/>
            <a:ext cx="2520280" cy="1224135"/>
          </a:xfrm>
        </p:spPr>
        <p:txBody>
          <a:bodyPr/>
          <a:lstStyle/>
          <a:p>
            <a:r>
              <a:rPr lang="en-US" sz="2800" dirty="0"/>
              <a:t>Pitch Pre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2A533FB-9635-D669-1CD8-9DA4A07220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39816" y="1772816"/>
            <a:ext cx="4590207" cy="3636814"/>
          </a:xfrm>
        </p:spPr>
        <p:txBody>
          <a:bodyPr/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Project roadmap</a:t>
            </a:r>
          </a:p>
          <a:p>
            <a:r>
              <a:rPr lang="en-US" altLang="zh-CN" dirty="0" err="1">
                <a:solidFill>
                  <a:schemeClr val="accent1">
                    <a:lumMod val="75000"/>
                  </a:schemeClr>
                </a:solidFill>
              </a:rPr>
              <a:t>Measuing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 results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dirty="0"/>
              <a:t>Splitting the work</a:t>
            </a:r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5ED69C-F128-34F4-F2BF-0B7A5C6057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2D16AF6F-2067-47A0-B420-7D314E3D08F4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54DF977-0AAD-7969-3959-850C4A8A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D7C4132-FB6B-066C-5AC9-899B8871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460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6CEFE3-1248-9518-D013-7A66BB257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776FC98F-84AD-404B-BCCB-49E092AA6DE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FADDFF3-4582-DB6F-B5D0-5F3571CC5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rmAutofit fontScale="25000" lnSpcReduction="20000"/>
          </a:bodyPr>
          <a:lstStyle/>
          <a:p>
            <a:fld id="{349C0FFF-B615-4AFD-9433-5B16E8716AE4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050647F-FD5B-37DA-7EAA-610C84621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/>
              <a:t>Team Report - HOT AI Project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180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69654-3657-A6E9-F543-387919BD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216">
            <a:extLst>
              <a:ext uri="{FF2B5EF4-FFF2-40B4-BE49-F238E27FC236}">
                <a16:creationId xmlns:a16="http://schemas.microsoft.com/office/drawing/2014/main" id="{2AA557CA-AEE2-ED60-6A77-1C3AEF00BC3C}"/>
              </a:ext>
            </a:extLst>
          </p:cNvPr>
          <p:cNvSpPr/>
          <p:nvPr/>
        </p:nvSpPr>
        <p:spPr bwMode="gray">
          <a:xfrm>
            <a:off x="2225866" y="2007208"/>
            <a:ext cx="2181840" cy="3600400"/>
          </a:xfrm>
          <a:prstGeom prst="rect">
            <a:avLst/>
          </a:prstGeom>
          <a:solidFill>
            <a:schemeClr val="accent3">
              <a:lumMod val="40000"/>
              <a:lumOff val="60000"/>
              <a:alpha val="30000"/>
            </a:schemeClr>
          </a:solidFill>
          <a:ln w="28575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ln w="28575">
                <a:solidFill>
                  <a:srgbClr val="00B0F0"/>
                </a:solidFill>
                <a:prstDash val="dash"/>
              </a:ln>
              <a:solidFill>
                <a:schemeClr val="accent3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4C47FC0D-1399-A201-17A8-1713CACBF1D9}"/>
              </a:ext>
            </a:extLst>
          </p:cNvPr>
          <p:cNvSpPr/>
          <p:nvPr/>
        </p:nvSpPr>
        <p:spPr bwMode="gray">
          <a:xfrm>
            <a:off x="4583832" y="2024881"/>
            <a:ext cx="6264696" cy="3600400"/>
          </a:xfrm>
          <a:prstGeom prst="rect">
            <a:avLst/>
          </a:prstGeom>
          <a:solidFill>
            <a:schemeClr val="accent1">
              <a:lumMod val="20000"/>
              <a:lumOff val="80000"/>
              <a:alpha val="27000"/>
            </a:schemeClr>
          </a:solidFill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6B95E17B-83A3-F129-2189-CA541B4013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7083C5E-D577-986C-6459-6B5897C7B0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9313C6-C6B6-4468-B0D1-0D86EE57C24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D7620BE-6ADD-9C07-7910-256B1DD3FB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grpSp>
        <p:nvGrpSpPr>
          <p:cNvPr id="13" name="Gruppieren 119">
            <a:extLst>
              <a:ext uri="{FF2B5EF4-FFF2-40B4-BE49-F238E27FC236}">
                <a16:creationId xmlns:a16="http://schemas.microsoft.com/office/drawing/2014/main" id="{36313612-B7D9-C26C-C433-2D23BB419768}"/>
              </a:ext>
            </a:extLst>
          </p:cNvPr>
          <p:cNvGrpSpPr/>
          <p:nvPr/>
        </p:nvGrpSpPr>
        <p:grpSpPr>
          <a:xfrm>
            <a:off x="2335267" y="2814549"/>
            <a:ext cx="449768" cy="449766"/>
            <a:chOff x="6688764" y="2101930"/>
            <a:chExt cx="575303" cy="575302"/>
          </a:xfrm>
        </p:grpSpPr>
        <p:sp>
          <p:nvSpPr>
            <p:cNvPr id="14" name="Freihandform: Form 120">
              <a:extLst>
                <a:ext uri="{FF2B5EF4-FFF2-40B4-BE49-F238E27FC236}">
                  <a16:creationId xmlns:a16="http://schemas.microsoft.com/office/drawing/2014/main" id="{3E638C87-578A-0289-A449-5DB03EDBDEA9}"/>
                </a:ext>
              </a:extLst>
            </p:cNvPr>
            <p:cNvSpPr/>
            <p:nvPr/>
          </p:nvSpPr>
          <p:spPr>
            <a:xfrm>
              <a:off x="6832589" y="2101930"/>
              <a:ext cx="287650" cy="258886"/>
            </a:xfrm>
            <a:custGeom>
              <a:avLst/>
              <a:gdLst>
                <a:gd name="connsiteX0" fmla="*/ 0 w 287650"/>
                <a:gd name="connsiteY0" fmla="*/ 115061 h 258886"/>
                <a:gd name="connsiteX1" fmla="*/ 0 w 287650"/>
                <a:gd name="connsiteY1" fmla="*/ 86296 h 258886"/>
                <a:gd name="connsiteX2" fmla="*/ 12638 w 287650"/>
                <a:gd name="connsiteY2" fmla="*/ 12638 h 258886"/>
                <a:gd name="connsiteX3" fmla="*/ 86296 w 287650"/>
                <a:gd name="connsiteY3" fmla="*/ 0 h 258886"/>
                <a:gd name="connsiteX4" fmla="*/ 201355 w 287650"/>
                <a:gd name="connsiteY4" fmla="*/ 0 h 258886"/>
                <a:gd name="connsiteX5" fmla="*/ 275014 w 287650"/>
                <a:gd name="connsiteY5" fmla="*/ 12638 h 258886"/>
                <a:gd name="connsiteX6" fmla="*/ 287651 w 287650"/>
                <a:gd name="connsiteY6" fmla="*/ 86296 h 258886"/>
                <a:gd name="connsiteX7" fmla="*/ 287651 w 287650"/>
                <a:gd name="connsiteY7" fmla="*/ 115061 h 258886"/>
                <a:gd name="connsiteX8" fmla="*/ 275014 w 287650"/>
                <a:gd name="connsiteY8" fmla="*/ 188718 h 258886"/>
                <a:gd name="connsiteX9" fmla="*/ 201355 w 287650"/>
                <a:gd name="connsiteY9" fmla="*/ 201356 h 258886"/>
                <a:gd name="connsiteX10" fmla="*/ 172590 w 287650"/>
                <a:gd name="connsiteY10" fmla="*/ 201356 h 258886"/>
                <a:gd name="connsiteX11" fmla="*/ 86296 w 287650"/>
                <a:gd name="connsiteY11" fmla="*/ 258887 h 258886"/>
                <a:gd name="connsiteX12" fmla="*/ 86296 w 287650"/>
                <a:gd name="connsiteY12" fmla="*/ 201356 h 258886"/>
                <a:gd name="connsiteX13" fmla="*/ 12638 w 287650"/>
                <a:gd name="connsiteY13" fmla="*/ 188718 h 258886"/>
                <a:gd name="connsiteX14" fmla="*/ 0 w 287650"/>
                <a:gd name="connsiteY14" fmla="*/ 115061 h 25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650" h="258886">
                  <a:moveTo>
                    <a:pt x="0" y="115061"/>
                  </a:moveTo>
                  <a:lnTo>
                    <a:pt x="0" y="86296"/>
                  </a:lnTo>
                  <a:cubicBezTo>
                    <a:pt x="0" y="45616"/>
                    <a:pt x="0" y="25275"/>
                    <a:pt x="12638" y="12638"/>
                  </a:cubicBezTo>
                  <a:cubicBezTo>
                    <a:pt x="25275" y="0"/>
                    <a:pt x="45616" y="0"/>
                    <a:pt x="86296" y="0"/>
                  </a:cubicBezTo>
                  <a:lnTo>
                    <a:pt x="201355" y="0"/>
                  </a:lnTo>
                  <a:cubicBezTo>
                    <a:pt x="242038" y="0"/>
                    <a:pt x="262377" y="0"/>
                    <a:pt x="275014" y="12638"/>
                  </a:cubicBezTo>
                  <a:cubicBezTo>
                    <a:pt x="287651" y="25275"/>
                    <a:pt x="287651" y="45616"/>
                    <a:pt x="287651" y="86296"/>
                  </a:cubicBezTo>
                  <a:lnTo>
                    <a:pt x="287651" y="115061"/>
                  </a:lnTo>
                  <a:cubicBezTo>
                    <a:pt x="287651" y="155741"/>
                    <a:pt x="287651" y="176081"/>
                    <a:pt x="275014" y="188718"/>
                  </a:cubicBezTo>
                  <a:cubicBezTo>
                    <a:pt x="262377" y="201356"/>
                    <a:pt x="242038" y="201356"/>
                    <a:pt x="201355" y="201356"/>
                  </a:cubicBezTo>
                  <a:lnTo>
                    <a:pt x="172590" y="201356"/>
                  </a:lnTo>
                  <a:lnTo>
                    <a:pt x="86296" y="258887"/>
                  </a:lnTo>
                  <a:lnTo>
                    <a:pt x="86296" y="201356"/>
                  </a:lnTo>
                  <a:cubicBezTo>
                    <a:pt x="45616" y="201356"/>
                    <a:pt x="25275" y="201356"/>
                    <a:pt x="12638" y="188718"/>
                  </a:cubicBezTo>
                  <a:cubicBezTo>
                    <a:pt x="0" y="176081"/>
                    <a:pt x="0" y="155741"/>
                    <a:pt x="0" y="1150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ihandform: Form 121">
              <a:extLst>
                <a:ext uri="{FF2B5EF4-FFF2-40B4-BE49-F238E27FC236}">
                  <a16:creationId xmlns:a16="http://schemas.microsoft.com/office/drawing/2014/main" id="{CAC24584-575E-D300-6A6D-ED2AEC3F6DA1}"/>
                </a:ext>
              </a:extLst>
            </p:cNvPr>
            <p:cNvSpPr/>
            <p:nvPr/>
          </p:nvSpPr>
          <p:spPr>
            <a:xfrm>
              <a:off x="6688764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2 w 230121"/>
                <a:gd name="connsiteY2" fmla="*/ 115060 h 115059"/>
                <a:gd name="connsiteX3" fmla="*/ 115061 w 230121"/>
                <a:gd name="connsiteY3" fmla="*/ 115060 h 115059"/>
                <a:gd name="connsiteX4" fmla="*/ 171429 w 230121"/>
                <a:gd name="connsiteY4" fmla="*/ 115060 h 115059"/>
                <a:gd name="connsiteX5" fmla="*/ 221010 w 230121"/>
                <a:gd name="connsiteY5" fmla="*/ 89122 h 115059"/>
                <a:gd name="connsiteX6" fmla="*/ 184384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3" y="58165"/>
                    <a:pt x="9111" y="89122"/>
                  </a:cubicBezTo>
                  <a:cubicBezTo>
                    <a:pt x="23221" y="104244"/>
                    <a:pt x="38935" y="115060"/>
                    <a:pt x="58692" y="115060"/>
                  </a:cubicBezTo>
                  <a:lnTo>
                    <a:pt x="115061" y="115060"/>
                  </a:lnTo>
                  <a:lnTo>
                    <a:pt x="171429" y="115060"/>
                  </a:lnTo>
                  <a:cubicBezTo>
                    <a:pt x="191186" y="115060"/>
                    <a:pt x="206901" y="104244"/>
                    <a:pt x="221010" y="89122"/>
                  </a:cubicBezTo>
                  <a:cubicBezTo>
                    <a:pt x="249895" y="58165"/>
                    <a:pt x="202471" y="33424"/>
                    <a:pt x="184384" y="21309"/>
                  </a:cubicBezTo>
                  <a:cubicBezTo>
                    <a:pt x="141970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ihandform: Form 122">
              <a:extLst>
                <a:ext uri="{FF2B5EF4-FFF2-40B4-BE49-F238E27FC236}">
                  <a16:creationId xmlns:a16="http://schemas.microsoft.com/office/drawing/2014/main" id="{66CD050B-A178-2507-5A38-AAFE478CF402}"/>
                </a:ext>
              </a:extLst>
            </p:cNvPr>
            <p:cNvSpPr/>
            <p:nvPr/>
          </p:nvSpPr>
          <p:spPr>
            <a:xfrm>
              <a:off x="7033946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3 w 230121"/>
                <a:gd name="connsiteY2" fmla="*/ 115060 h 115059"/>
                <a:gd name="connsiteX3" fmla="*/ 115061 w 230121"/>
                <a:gd name="connsiteY3" fmla="*/ 115060 h 115059"/>
                <a:gd name="connsiteX4" fmla="*/ 171430 w 230121"/>
                <a:gd name="connsiteY4" fmla="*/ 115060 h 115059"/>
                <a:gd name="connsiteX5" fmla="*/ 221009 w 230121"/>
                <a:gd name="connsiteY5" fmla="*/ 89122 h 115059"/>
                <a:gd name="connsiteX6" fmla="*/ 184383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2" y="58165"/>
                    <a:pt x="9111" y="89122"/>
                  </a:cubicBezTo>
                  <a:cubicBezTo>
                    <a:pt x="23220" y="104244"/>
                    <a:pt x="38934" y="115060"/>
                    <a:pt x="58693" y="115060"/>
                  </a:cubicBezTo>
                  <a:lnTo>
                    <a:pt x="115061" y="115060"/>
                  </a:lnTo>
                  <a:lnTo>
                    <a:pt x="171430" y="115060"/>
                  </a:lnTo>
                  <a:cubicBezTo>
                    <a:pt x="191186" y="115060"/>
                    <a:pt x="206900" y="104244"/>
                    <a:pt x="221009" y="89122"/>
                  </a:cubicBezTo>
                  <a:cubicBezTo>
                    <a:pt x="249895" y="58165"/>
                    <a:pt x="202470" y="33424"/>
                    <a:pt x="184383" y="21309"/>
                  </a:cubicBezTo>
                  <a:cubicBezTo>
                    <a:pt x="141968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ihandform: Form 123">
              <a:extLst>
                <a:ext uri="{FF2B5EF4-FFF2-40B4-BE49-F238E27FC236}">
                  <a16:creationId xmlns:a16="http://schemas.microsoft.com/office/drawing/2014/main" id="{818A62CE-59AF-06A9-6D62-4A860BF0BC2C}"/>
                </a:ext>
              </a:extLst>
            </p:cNvPr>
            <p:cNvSpPr/>
            <p:nvPr/>
          </p:nvSpPr>
          <p:spPr>
            <a:xfrm>
              <a:off x="6746294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3" y="115061"/>
                    <a:pt x="57530" y="115061"/>
                  </a:cubicBezTo>
                  <a:cubicBezTo>
                    <a:pt x="25757" y="115061"/>
                    <a:pt x="0" y="89304"/>
                    <a:pt x="0" y="57530"/>
                  </a:cubicBezTo>
                  <a:cubicBezTo>
                    <a:pt x="0" y="25756"/>
                    <a:pt x="25757" y="0"/>
                    <a:pt x="57530" y="0"/>
                  </a:cubicBezTo>
                  <a:cubicBezTo>
                    <a:pt x="89303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ihandform: Form 124">
              <a:extLst>
                <a:ext uri="{FF2B5EF4-FFF2-40B4-BE49-F238E27FC236}">
                  <a16:creationId xmlns:a16="http://schemas.microsoft.com/office/drawing/2014/main" id="{0DE5CA6B-69DB-5250-018B-0E3212EF5646}"/>
                </a:ext>
              </a:extLst>
            </p:cNvPr>
            <p:cNvSpPr/>
            <p:nvPr/>
          </p:nvSpPr>
          <p:spPr>
            <a:xfrm>
              <a:off x="7091477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1" y="115061"/>
                    <a:pt x="57530" y="115061"/>
                  </a:cubicBezTo>
                  <a:cubicBezTo>
                    <a:pt x="25756" y="115061"/>
                    <a:pt x="0" y="89304"/>
                    <a:pt x="0" y="57530"/>
                  </a:cubicBezTo>
                  <a:cubicBezTo>
                    <a:pt x="0" y="25756"/>
                    <a:pt x="25756" y="0"/>
                    <a:pt x="57530" y="0"/>
                  </a:cubicBezTo>
                  <a:cubicBezTo>
                    <a:pt x="89301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7669979-2811-F063-06F3-900EF5903E35}"/>
              </a:ext>
            </a:extLst>
          </p:cNvPr>
          <p:cNvCxnSpPr>
            <a:cxnSpLocks/>
          </p:cNvCxnSpPr>
          <p:nvPr/>
        </p:nvCxnSpPr>
        <p:spPr bwMode="gray">
          <a:xfrm>
            <a:off x="2927648" y="3075581"/>
            <a:ext cx="1656184" cy="2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FF4B6DA-2365-240D-049B-E752A340738D}"/>
              </a:ext>
            </a:extLst>
          </p:cNvPr>
          <p:cNvSpPr txBox="1"/>
          <p:nvPr/>
        </p:nvSpPr>
        <p:spPr bwMode="gray">
          <a:xfrm>
            <a:off x="2882796" y="3105364"/>
            <a:ext cx="1296144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Natural language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F5C2B31-7306-E850-2BEB-3F6202992BCE}"/>
              </a:ext>
            </a:extLst>
          </p:cNvPr>
          <p:cNvCxnSpPr>
            <a:cxnSpLocks/>
          </p:cNvCxnSpPr>
          <p:nvPr/>
        </p:nvCxnSpPr>
        <p:spPr bwMode="gray">
          <a:xfrm>
            <a:off x="1040688" y="3096280"/>
            <a:ext cx="1100331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DD7156-E9FA-D308-DC15-96D246D37922}"/>
              </a:ext>
            </a:extLst>
          </p:cNvPr>
          <p:cNvCxnSpPr>
            <a:cxnSpLocks/>
          </p:cNvCxnSpPr>
          <p:nvPr/>
        </p:nvCxnSpPr>
        <p:spPr bwMode="gray">
          <a:xfrm>
            <a:off x="5459444" y="3073528"/>
            <a:ext cx="1000627" cy="242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883C37A-471F-6E88-F56F-44BB62CABDEC}"/>
              </a:ext>
            </a:extLst>
          </p:cNvPr>
          <p:cNvSpPr txBox="1"/>
          <p:nvPr/>
        </p:nvSpPr>
        <p:spPr bwMode="gray">
          <a:xfrm>
            <a:off x="5511756" y="3096280"/>
            <a:ext cx="737662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Heuristics</a:t>
            </a:r>
          </a:p>
        </p:txBody>
      </p:sp>
      <p:pic>
        <p:nvPicPr>
          <p:cNvPr id="38" name="Picture 37" descr="A drawing of a building&#10;&#10;AI-generated content may be incorrect.">
            <a:extLst>
              <a:ext uri="{FF2B5EF4-FFF2-40B4-BE49-F238E27FC236}">
                <a16:creationId xmlns:a16="http://schemas.microsoft.com/office/drawing/2014/main" id="{7E448F44-EC3F-F315-FD0D-53F81B698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083" y="3717747"/>
            <a:ext cx="1792020" cy="14138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3A7CC2D-BF70-A366-E132-C8585647D0C1}"/>
              </a:ext>
            </a:extLst>
          </p:cNvPr>
          <p:cNvSpPr txBox="1"/>
          <p:nvPr/>
        </p:nvSpPr>
        <p:spPr bwMode="gray">
          <a:xfrm>
            <a:off x="4928453" y="5139037"/>
            <a:ext cx="1320965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observation</a:t>
            </a:r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9A711A62-F7F2-F2CC-D38C-D1CE0B4B2E5E}"/>
              </a:ext>
            </a:extLst>
          </p:cNvPr>
          <p:cNvCxnSpPr>
            <a:cxnSpLocks/>
          </p:cNvCxnSpPr>
          <p:nvPr/>
        </p:nvCxnSpPr>
        <p:spPr bwMode="gray">
          <a:xfrm flipV="1">
            <a:off x="6619831" y="3807408"/>
            <a:ext cx="458907" cy="590203"/>
          </a:xfrm>
          <a:prstGeom prst="bentConnector2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Picture 145">
            <a:extLst>
              <a:ext uri="{FF2B5EF4-FFF2-40B4-BE49-F238E27FC236}">
                <a16:creationId xmlns:a16="http://schemas.microsoft.com/office/drawing/2014/main" id="{A5D02C55-F919-E7C4-A257-BBEC55270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093" y="2432362"/>
            <a:ext cx="1106098" cy="111110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F966284-2867-D632-F3A5-0C795FC247C1}"/>
              </a:ext>
            </a:extLst>
          </p:cNvPr>
          <p:cNvCxnSpPr>
            <a:cxnSpLocks/>
          </p:cNvCxnSpPr>
          <p:nvPr/>
        </p:nvCxnSpPr>
        <p:spPr bwMode="gray">
          <a:xfrm>
            <a:off x="7645526" y="3061392"/>
            <a:ext cx="610714" cy="0"/>
          </a:xfrm>
          <a:prstGeom prst="straightConnector1">
            <a:avLst/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61A7619A-D194-BBB7-8D42-7E4EA41C45C3}"/>
              </a:ext>
            </a:extLst>
          </p:cNvPr>
          <p:cNvSpPr txBox="1"/>
          <p:nvPr/>
        </p:nvSpPr>
        <p:spPr bwMode="gray">
          <a:xfrm>
            <a:off x="6813793" y="3552830"/>
            <a:ext cx="458698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</a:p>
        </p:txBody>
      </p:sp>
      <p:pic>
        <p:nvPicPr>
          <p:cNvPr id="155" name="Picture 154" descr="A machine on a table&#10;&#10;AI-generated content may be incorrect.">
            <a:extLst>
              <a:ext uri="{FF2B5EF4-FFF2-40B4-BE49-F238E27FC236}">
                <a16:creationId xmlns:a16="http://schemas.microsoft.com/office/drawing/2014/main" id="{CA39884F-199A-F7E4-1EA6-7C8BAE702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0907" y="2310700"/>
            <a:ext cx="2225145" cy="12244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57" name="TextBox 156">
            <a:extLst>
              <a:ext uri="{FF2B5EF4-FFF2-40B4-BE49-F238E27FC236}">
                <a16:creationId xmlns:a16="http://schemas.microsoft.com/office/drawing/2014/main" id="{0FB756E2-9B41-B2D0-C420-1DCAA25444E0}"/>
              </a:ext>
            </a:extLst>
          </p:cNvPr>
          <p:cNvSpPr txBox="1"/>
          <p:nvPr/>
        </p:nvSpPr>
        <p:spPr bwMode="gray">
          <a:xfrm>
            <a:off x="7721534" y="3066991"/>
            <a:ext cx="458698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</a:t>
            </a:r>
          </a:p>
        </p:txBody>
      </p:sp>
      <p:cxnSp>
        <p:nvCxnSpPr>
          <p:cNvPr id="158" name="Connector: Elbow 157">
            <a:extLst>
              <a:ext uri="{FF2B5EF4-FFF2-40B4-BE49-F238E27FC236}">
                <a16:creationId xmlns:a16="http://schemas.microsoft.com/office/drawing/2014/main" id="{0FF9761C-7B69-3EA6-5F10-CB949DF6E4B9}"/>
              </a:ext>
            </a:extLst>
          </p:cNvPr>
          <p:cNvCxnSpPr>
            <a:cxnSpLocks/>
          </p:cNvCxnSpPr>
          <p:nvPr/>
        </p:nvCxnSpPr>
        <p:spPr bwMode="gray">
          <a:xfrm rot="10800000" flipV="1">
            <a:off x="6619831" y="3564675"/>
            <a:ext cx="2783950" cy="1092036"/>
          </a:xfrm>
          <a:prstGeom prst="bentConnector3">
            <a:avLst>
              <a:gd name="adj1" fmla="val -132"/>
            </a:avLst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97EFC07D-FF2B-4F5F-2BF0-E79B32C1A921}"/>
              </a:ext>
            </a:extLst>
          </p:cNvPr>
          <p:cNvSpPr txBox="1"/>
          <p:nvPr/>
        </p:nvSpPr>
        <p:spPr bwMode="gray">
          <a:xfrm>
            <a:off x="7571330" y="4660462"/>
            <a:ext cx="1093445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State Update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B7A283C-583A-1AFE-57E2-72601F8F8911}"/>
              </a:ext>
            </a:extLst>
          </p:cNvPr>
          <p:cNvSpPr txBox="1"/>
          <p:nvPr/>
        </p:nvSpPr>
        <p:spPr bwMode="gray">
          <a:xfrm>
            <a:off x="7475198" y="5162405"/>
            <a:ext cx="1320965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Loop</a:t>
            </a:r>
          </a:p>
        </p:txBody>
      </p:sp>
      <p:cxnSp>
        <p:nvCxnSpPr>
          <p:cNvPr id="211" name="Connector: Elbow 210">
            <a:extLst>
              <a:ext uri="{FF2B5EF4-FFF2-40B4-BE49-F238E27FC236}">
                <a16:creationId xmlns:a16="http://schemas.microsoft.com/office/drawing/2014/main" id="{9FF77905-92D3-77E1-418C-C1C0221521C0}"/>
              </a:ext>
            </a:extLst>
          </p:cNvPr>
          <p:cNvCxnSpPr>
            <a:cxnSpLocks/>
            <a:stCxn id="165" idx="3"/>
          </p:cNvCxnSpPr>
          <p:nvPr/>
        </p:nvCxnSpPr>
        <p:spPr bwMode="gray">
          <a:xfrm flipH="1" flipV="1">
            <a:off x="2560149" y="3537551"/>
            <a:ext cx="8288379" cy="287530"/>
          </a:xfrm>
          <a:prstGeom prst="bentConnector4">
            <a:avLst>
              <a:gd name="adj1" fmla="val -2758"/>
              <a:gd name="adj2" fmla="val -705596"/>
            </a:avLst>
          </a:prstGeom>
          <a:ln w="28575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 result for chat gpt logo">
            <a:extLst>
              <a:ext uri="{FF2B5EF4-FFF2-40B4-BE49-F238E27FC236}">
                <a16:creationId xmlns:a16="http://schemas.microsoft.com/office/drawing/2014/main" id="{977F7BA2-DC6D-17BD-E1DD-AB1F0BE08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389" y="2672639"/>
            <a:ext cx="758033" cy="78870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9" name="TextBox 218">
            <a:extLst>
              <a:ext uri="{FF2B5EF4-FFF2-40B4-BE49-F238E27FC236}">
                <a16:creationId xmlns:a16="http://schemas.microsoft.com/office/drawing/2014/main" id="{353DA781-1752-8C21-53DA-EDA7009D954E}"/>
              </a:ext>
            </a:extLst>
          </p:cNvPr>
          <p:cNvSpPr txBox="1"/>
          <p:nvPr/>
        </p:nvSpPr>
        <p:spPr bwMode="gray">
          <a:xfrm>
            <a:off x="2225866" y="3282503"/>
            <a:ext cx="583116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Human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E1B947FC-C43B-AA72-4349-2C3D651122F8}"/>
              </a:ext>
            </a:extLst>
          </p:cNvPr>
          <p:cNvSpPr txBox="1"/>
          <p:nvPr/>
        </p:nvSpPr>
        <p:spPr bwMode="gray">
          <a:xfrm>
            <a:off x="3060089" y="5832955"/>
            <a:ext cx="6860008" cy="60594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 in-the-Loop: Refinement of LLM-based heuristics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8B9FB4A3-5E0E-5152-A004-A2B391486FE5}"/>
              </a:ext>
            </a:extLst>
          </p:cNvPr>
          <p:cNvSpPr txBox="1"/>
          <p:nvPr/>
        </p:nvSpPr>
        <p:spPr bwMode="gray">
          <a:xfrm>
            <a:off x="2760928" y="5047341"/>
            <a:ext cx="1320965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Loop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78EDAF82-B5B0-C510-BE4E-7B8744A3695C}"/>
              </a:ext>
            </a:extLst>
          </p:cNvPr>
          <p:cNvSpPr txBox="1"/>
          <p:nvPr/>
        </p:nvSpPr>
        <p:spPr bwMode="gray">
          <a:xfrm>
            <a:off x="1040688" y="2767666"/>
            <a:ext cx="792597" cy="24521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914347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0" name="Title 229">
            <a:extLst>
              <a:ext uri="{FF2B5EF4-FFF2-40B4-BE49-F238E27FC236}">
                <a16:creationId xmlns:a16="http://schemas.microsoft.com/office/drawing/2014/main" id="{2493F465-3737-9A4E-3D4D-609494CF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25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7E6BC75-B6F5-2582-0E44-E54853E9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elements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C73CE3A-5C02-80AB-8EDC-2001E571A9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76FC98F-84AD-404B-BCCB-49E092AA6DE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E3F258C-5575-276E-05B3-13DE18496B7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9313C6-C6B6-4468-B0D1-0D86EE57C24E}" type="datetime3">
              <a:rPr lang="de-DE" smtClean="0"/>
              <a:t>29/12/25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F3EC2DC-7F08-D035-878A-BA88A93472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Team Report - HOT AI Project</a:t>
            </a:r>
            <a:endParaRPr lang="en-US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2A2276D-7534-023D-95B4-32D437B04227}"/>
              </a:ext>
            </a:extLst>
          </p:cNvPr>
          <p:cNvSpPr txBox="1">
            <a:spLocks/>
          </p:cNvSpPr>
          <p:nvPr/>
        </p:nvSpPr>
        <p:spPr bwMode="gray">
          <a:xfrm>
            <a:off x="371476" y="1592796"/>
            <a:ext cx="3671888" cy="394495"/>
          </a:xfrm>
          <a:prstGeom prst="rect">
            <a:avLst/>
          </a:prstGeom>
        </p:spPr>
        <p:txBody>
          <a:bodyPr lIns="0" tIns="0" rIns="0" bIns="0"/>
          <a:lstStyle>
            <a:lvl1pPr algn="l" defTabSz="91434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5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dirty="0"/>
              <a:t>Highlight Box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ECE5D19-AD33-0E8A-00A9-80EC6B93EA26}"/>
              </a:ext>
            </a:extLst>
          </p:cNvPr>
          <p:cNvSpPr txBox="1">
            <a:spLocks/>
          </p:cNvSpPr>
          <p:nvPr/>
        </p:nvSpPr>
        <p:spPr bwMode="gray">
          <a:xfrm>
            <a:off x="4259796" y="1592796"/>
            <a:ext cx="1726592" cy="394495"/>
          </a:xfrm>
          <a:prstGeom prst="rect">
            <a:avLst/>
          </a:prstGeom>
        </p:spPr>
        <p:txBody>
          <a:bodyPr lIns="0" tIns="0" rIns="0" bIns="0"/>
          <a:lstStyle>
            <a:lvl1pPr algn="l" defTabSz="91434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5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dirty="0"/>
              <a:t>Lines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7CC363A-AF68-BC71-0E5C-C735FECAC6BF}"/>
              </a:ext>
            </a:extLst>
          </p:cNvPr>
          <p:cNvSpPr txBox="1">
            <a:spLocks/>
          </p:cNvSpPr>
          <p:nvPr/>
        </p:nvSpPr>
        <p:spPr bwMode="gray">
          <a:xfrm>
            <a:off x="6204012" y="1592796"/>
            <a:ext cx="1726592" cy="394495"/>
          </a:xfrm>
          <a:prstGeom prst="rect">
            <a:avLst/>
          </a:prstGeom>
        </p:spPr>
        <p:txBody>
          <a:bodyPr lIns="0" tIns="0" rIns="0" bIns="0"/>
          <a:lstStyle>
            <a:lvl1pPr algn="l" defTabSz="91434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35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1800" dirty="0"/>
              <a:t>Text box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B980615-F46B-AF62-458C-AFD3068FFBC8}"/>
              </a:ext>
            </a:extLst>
          </p:cNvPr>
          <p:cNvSpPr>
            <a:spLocks/>
          </p:cNvSpPr>
          <p:nvPr/>
        </p:nvSpPr>
        <p:spPr bwMode="gray">
          <a:xfrm>
            <a:off x="371475" y="2000581"/>
            <a:ext cx="1728788" cy="600327"/>
          </a:xfrm>
          <a:prstGeom prst="rect">
            <a:avLst/>
          </a:prstGeom>
          <a:solidFill>
            <a:schemeClr val="tx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Highlight Box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3A6DBA73-C7DE-53B8-E042-79657DA101E3}"/>
              </a:ext>
            </a:extLst>
          </p:cNvPr>
          <p:cNvSpPr>
            <a:spLocks/>
          </p:cNvSpPr>
          <p:nvPr/>
        </p:nvSpPr>
        <p:spPr bwMode="gray">
          <a:xfrm>
            <a:off x="372573" y="2816672"/>
            <a:ext cx="1726592" cy="600327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Highlight Box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226E51E-C258-A46D-32D8-4E4CD478AFDB}"/>
              </a:ext>
            </a:extLst>
          </p:cNvPr>
          <p:cNvSpPr>
            <a:spLocks/>
          </p:cNvSpPr>
          <p:nvPr/>
        </p:nvSpPr>
        <p:spPr bwMode="gray">
          <a:xfrm>
            <a:off x="372573" y="3632763"/>
            <a:ext cx="1726592" cy="600327"/>
          </a:xfrm>
          <a:prstGeom prst="rect">
            <a:avLst/>
          </a:prstGeom>
          <a:solidFill>
            <a:schemeClr val="bg2"/>
          </a:solidFill>
          <a:ln w="3175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Highlight Box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16D7C99-6C78-D789-C66A-8F6D3A3FEF83}"/>
              </a:ext>
            </a:extLst>
          </p:cNvPr>
          <p:cNvSpPr>
            <a:spLocks/>
          </p:cNvSpPr>
          <p:nvPr/>
        </p:nvSpPr>
        <p:spPr bwMode="gray">
          <a:xfrm>
            <a:off x="371475" y="4448853"/>
            <a:ext cx="1727200" cy="600327"/>
          </a:xfrm>
          <a:prstGeom prst="rect">
            <a:avLst/>
          </a:prstGeom>
          <a:solidFill>
            <a:schemeClr val="tx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Highlight Box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DDE70C0-4FC9-E80F-2981-94E71230E444}"/>
              </a:ext>
            </a:extLst>
          </p:cNvPr>
          <p:cNvCxnSpPr>
            <a:cxnSpLocks/>
          </p:cNvCxnSpPr>
          <p:nvPr/>
        </p:nvCxnSpPr>
        <p:spPr bwMode="gray">
          <a:xfrm>
            <a:off x="4259796" y="2000581"/>
            <a:ext cx="172659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4E64C6D-A33D-8625-B4F3-43256E07BC58}"/>
              </a:ext>
            </a:extLst>
          </p:cNvPr>
          <p:cNvCxnSpPr>
            <a:cxnSpLocks/>
          </p:cNvCxnSpPr>
          <p:nvPr/>
        </p:nvCxnSpPr>
        <p:spPr bwMode="gray">
          <a:xfrm>
            <a:off x="4259796" y="2638441"/>
            <a:ext cx="1726592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881071AD-0977-69E9-A24D-BCA8F3F485C1}"/>
              </a:ext>
            </a:extLst>
          </p:cNvPr>
          <p:cNvCxnSpPr>
            <a:cxnSpLocks/>
          </p:cNvCxnSpPr>
          <p:nvPr/>
        </p:nvCxnSpPr>
        <p:spPr bwMode="gray">
          <a:xfrm>
            <a:off x="4259796" y="2957371"/>
            <a:ext cx="172659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8FE6D85F-C6A9-17B6-C2B2-B73320451EF5}"/>
              </a:ext>
            </a:extLst>
          </p:cNvPr>
          <p:cNvCxnSpPr>
            <a:cxnSpLocks/>
          </p:cNvCxnSpPr>
          <p:nvPr/>
        </p:nvCxnSpPr>
        <p:spPr bwMode="gray">
          <a:xfrm>
            <a:off x="4259796" y="2319511"/>
            <a:ext cx="1726592" cy="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D45A3EEC-2E2A-55B3-BD43-768312174D21}"/>
              </a:ext>
            </a:extLst>
          </p:cNvPr>
          <p:cNvCxnSpPr/>
          <p:nvPr/>
        </p:nvCxnSpPr>
        <p:spPr bwMode="gray">
          <a:xfrm>
            <a:off x="4259492" y="3276301"/>
            <a:ext cx="1727200" cy="0"/>
          </a:xfrm>
          <a:prstGeom prst="line">
            <a:avLst/>
          </a:prstGeom>
          <a:ln w="95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62551AA2-18A1-1735-DC26-6CEF5D309AEA}"/>
              </a:ext>
            </a:extLst>
          </p:cNvPr>
          <p:cNvCxnSpPr/>
          <p:nvPr/>
        </p:nvCxnSpPr>
        <p:spPr bwMode="gray">
          <a:xfrm>
            <a:off x="4259492" y="3914161"/>
            <a:ext cx="1727200" cy="0"/>
          </a:xfrm>
          <a:prstGeom prst="line">
            <a:avLst/>
          </a:prstGeom>
          <a:ln w="9525">
            <a:solidFill>
              <a:schemeClr val="bg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BCBA327-BE2E-68D2-9948-B89AC0496786}"/>
              </a:ext>
            </a:extLst>
          </p:cNvPr>
          <p:cNvCxnSpPr/>
          <p:nvPr/>
        </p:nvCxnSpPr>
        <p:spPr bwMode="gray">
          <a:xfrm>
            <a:off x="4259492" y="4233090"/>
            <a:ext cx="1727200" cy="0"/>
          </a:xfrm>
          <a:prstGeom prst="line">
            <a:avLst/>
          </a:prstGeom>
          <a:ln w="9525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44">
            <a:extLst>
              <a:ext uri="{FF2B5EF4-FFF2-40B4-BE49-F238E27FC236}">
                <a16:creationId xmlns:a16="http://schemas.microsoft.com/office/drawing/2014/main" id="{8B08AA85-55F5-CF3B-1F1A-522528021E33}"/>
              </a:ext>
            </a:extLst>
          </p:cNvPr>
          <p:cNvCxnSpPr/>
          <p:nvPr/>
        </p:nvCxnSpPr>
        <p:spPr bwMode="gray">
          <a:xfrm>
            <a:off x="4259492" y="3595231"/>
            <a:ext cx="1727200" cy="0"/>
          </a:xfrm>
          <a:prstGeom prst="line">
            <a:avLst/>
          </a:prstGeom>
          <a:ln w="95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hteck 45">
            <a:extLst>
              <a:ext uri="{FF2B5EF4-FFF2-40B4-BE49-F238E27FC236}">
                <a16:creationId xmlns:a16="http://schemas.microsoft.com/office/drawing/2014/main" id="{4732C8B0-973C-2CD7-2E4F-1EBA96FCC047}"/>
              </a:ext>
            </a:extLst>
          </p:cNvPr>
          <p:cNvSpPr>
            <a:spLocks/>
          </p:cNvSpPr>
          <p:nvPr/>
        </p:nvSpPr>
        <p:spPr bwMode="gray">
          <a:xfrm>
            <a:off x="2315580" y="2000581"/>
            <a:ext cx="1728788" cy="60032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Highlight Box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69085AA-0EFB-186D-B5AA-7DA983C11068}"/>
              </a:ext>
            </a:extLst>
          </p:cNvPr>
          <p:cNvSpPr>
            <a:spLocks/>
          </p:cNvSpPr>
          <p:nvPr/>
        </p:nvSpPr>
        <p:spPr bwMode="gray">
          <a:xfrm>
            <a:off x="2316678" y="2816672"/>
            <a:ext cx="1726592" cy="60032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sz="1600" b="1" dirty="0">
                <a:solidFill>
                  <a:schemeClr val="accent1"/>
                </a:solidFill>
              </a:rPr>
              <a:t>Highlight Box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DB848D28-9038-E0F9-EC2F-8E493B44AC98}"/>
              </a:ext>
            </a:extLst>
          </p:cNvPr>
          <p:cNvSpPr>
            <a:spLocks/>
          </p:cNvSpPr>
          <p:nvPr/>
        </p:nvSpPr>
        <p:spPr bwMode="gray">
          <a:xfrm>
            <a:off x="2316678" y="3632763"/>
            <a:ext cx="1726592" cy="60032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44000" bIns="144000" rtlCol="0" anchor="ctr"/>
          <a:lstStyle/>
          <a:p>
            <a:pPr algn="ctr"/>
            <a:r>
              <a:rPr lang="en-US" sz="1600" b="1" dirty="0">
                <a:solidFill>
                  <a:schemeClr val="bg2"/>
                </a:solidFill>
              </a:rPr>
              <a:t>Highlight Box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0138A294-1249-68FF-E245-954ABC8553FA}"/>
              </a:ext>
            </a:extLst>
          </p:cNvPr>
          <p:cNvSpPr txBox="1">
            <a:spLocks/>
          </p:cNvSpPr>
          <p:nvPr/>
        </p:nvSpPr>
        <p:spPr>
          <a:xfrm>
            <a:off x="381000" y="5868504"/>
            <a:ext cx="5607050" cy="40481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1100" dirty="0">
                <a:solidFill>
                  <a:srgbClr val="002D4C"/>
                </a:solidFill>
                <a:latin typeface="Arial" panose="020B0604020202020204" pitchFamily="34" charset="0"/>
                <a:ea typeface="Microsoft Sans Serif" panose="020B0604020202020204" pitchFamily="34" charset="0"/>
                <a:cs typeface="Microsoft Sans Serif" panose="020B0604020202020204" pitchFamily="34" charset="0"/>
              </a:rPr>
              <a:t>Source: I am a dummy text. And I've always been a dummy text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7FE1456-C86C-C72A-1AF1-AC4434D59972}"/>
              </a:ext>
            </a:extLst>
          </p:cNvPr>
          <p:cNvSpPr/>
          <p:nvPr/>
        </p:nvSpPr>
        <p:spPr bwMode="gray">
          <a:xfrm>
            <a:off x="11043886" y="2319511"/>
            <a:ext cx="776638" cy="7766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51" name="Gruppieren 50">
            <a:extLst>
              <a:ext uri="{FF2B5EF4-FFF2-40B4-BE49-F238E27FC236}">
                <a16:creationId xmlns:a16="http://schemas.microsoft.com/office/drawing/2014/main" id="{5AB5EFFD-D7C6-BB3E-1F76-3F2D3ADCC7B1}"/>
              </a:ext>
            </a:extLst>
          </p:cNvPr>
          <p:cNvGrpSpPr/>
          <p:nvPr/>
        </p:nvGrpSpPr>
        <p:grpSpPr>
          <a:xfrm>
            <a:off x="11207320" y="2482946"/>
            <a:ext cx="449768" cy="449766"/>
            <a:chOff x="6688764" y="2101930"/>
            <a:chExt cx="575303" cy="575302"/>
          </a:xfrm>
        </p:grpSpPr>
        <p:sp>
          <p:nvSpPr>
            <p:cNvPr id="52" name="Freihandform: Form 51">
              <a:extLst>
                <a:ext uri="{FF2B5EF4-FFF2-40B4-BE49-F238E27FC236}">
                  <a16:creationId xmlns:a16="http://schemas.microsoft.com/office/drawing/2014/main" id="{E9441BF9-5989-C20E-02BE-D89AEDA2151A}"/>
                </a:ext>
              </a:extLst>
            </p:cNvPr>
            <p:cNvSpPr/>
            <p:nvPr/>
          </p:nvSpPr>
          <p:spPr>
            <a:xfrm>
              <a:off x="6832589" y="2101930"/>
              <a:ext cx="287650" cy="258886"/>
            </a:xfrm>
            <a:custGeom>
              <a:avLst/>
              <a:gdLst>
                <a:gd name="connsiteX0" fmla="*/ 0 w 287650"/>
                <a:gd name="connsiteY0" fmla="*/ 115061 h 258886"/>
                <a:gd name="connsiteX1" fmla="*/ 0 w 287650"/>
                <a:gd name="connsiteY1" fmla="*/ 86296 h 258886"/>
                <a:gd name="connsiteX2" fmla="*/ 12638 w 287650"/>
                <a:gd name="connsiteY2" fmla="*/ 12638 h 258886"/>
                <a:gd name="connsiteX3" fmla="*/ 86296 w 287650"/>
                <a:gd name="connsiteY3" fmla="*/ 0 h 258886"/>
                <a:gd name="connsiteX4" fmla="*/ 201355 w 287650"/>
                <a:gd name="connsiteY4" fmla="*/ 0 h 258886"/>
                <a:gd name="connsiteX5" fmla="*/ 275014 w 287650"/>
                <a:gd name="connsiteY5" fmla="*/ 12638 h 258886"/>
                <a:gd name="connsiteX6" fmla="*/ 287651 w 287650"/>
                <a:gd name="connsiteY6" fmla="*/ 86296 h 258886"/>
                <a:gd name="connsiteX7" fmla="*/ 287651 w 287650"/>
                <a:gd name="connsiteY7" fmla="*/ 115061 h 258886"/>
                <a:gd name="connsiteX8" fmla="*/ 275014 w 287650"/>
                <a:gd name="connsiteY8" fmla="*/ 188718 h 258886"/>
                <a:gd name="connsiteX9" fmla="*/ 201355 w 287650"/>
                <a:gd name="connsiteY9" fmla="*/ 201356 h 258886"/>
                <a:gd name="connsiteX10" fmla="*/ 172590 w 287650"/>
                <a:gd name="connsiteY10" fmla="*/ 201356 h 258886"/>
                <a:gd name="connsiteX11" fmla="*/ 86296 w 287650"/>
                <a:gd name="connsiteY11" fmla="*/ 258887 h 258886"/>
                <a:gd name="connsiteX12" fmla="*/ 86296 w 287650"/>
                <a:gd name="connsiteY12" fmla="*/ 201356 h 258886"/>
                <a:gd name="connsiteX13" fmla="*/ 12638 w 287650"/>
                <a:gd name="connsiteY13" fmla="*/ 188718 h 258886"/>
                <a:gd name="connsiteX14" fmla="*/ 0 w 287650"/>
                <a:gd name="connsiteY14" fmla="*/ 115061 h 25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650" h="258886">
                  <a:moveTo>
                    <a:pt x="0" y="115061"/>
                  </a:moveTo>
                  <a:lnTo>
                    <a:pt x="0" y="86296"/>
                  </a:lnTo>
                  <a:cubicBezTo>
                    <a:pt x="0" y="45616"/>
                    <a:pt x="0" y="25275"/>
                    <a:pt x="12638" y="12638"/>
                  </a:cubicBezTo>
                  <a:cubicBezTo>
                    <a:pt x="25275" y="0"/>
                    <a:pt x="45616" y="0"/>
                    <a:pt x="86296" y="0"/>
                  </a:cubicBezTo>
                  <a:lnTo>
                    <a:pt x="201355" y="0"/>
                  </a:lnTo>
                  <a:cubicBezTo>
                    <a:pt x="242038" y="0"/>
                    <a:pt x="262377" y="0"/>
                    <a:pt x="275014" y="12638"/>
                  </a:cubicBezTo>
                  <a:cubicBezTo>
                    <a:pt x="287651" y="25275"/>
                    <a:pt x="287651" y="45616"/>
                    <a:pt x="287651" y="86296"/>
                  </a:cubicBezTo>
                  <a:lnTo>
                    <a:pt x="287651" y="115061"/>
                  </a:lnTo>
                  <a:cubicBezTo>
                    <a:pt x="287651" y="155741"/>
                    <a:pt x="287651" y="176081"/>
                    <a:pt x="275014" y="188718"/>
                  </a:cubicBezTo>
                  <a:cubicBezTo>
                    <a:pt x="262377" y="201356"/>
                    <a:pt x="242038" y="201356"/>
                    <a:pt x="201355" y="201356"/>
                  </a:cubicBezTo>
                  <a:lnTo>
                    <a:pt x="172590" y="201356"/>
                  </a:lnTo>
                  <a:lnTo>
                    <a:pt x="86296" y="258887"/>
                  </a:lnTo>
                  <a:lnTo>
                    <a:pt x="86296" y="201356"/>
                  </a:lnTo>
                  <a:cubicBezTo>
                    <a:pt x="45616" y="201356"/>
                    <a:pt x="25275" y="201356"/>
                    <a:pt x="12638" y="188718"/>
                  </a:cubicBezTo>
                  <a:cubicBezTo>
                    <a:pt x="0" y="176081"/>
                    <a:pt x="0" y="155741"/>
                    <a:pt x="0" y="11506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ihandform: Form 52">
              <a:extLst>
                <a:ext uri="{FF2B5EF4-FFF2-40B4-BE49-F238E27FC236}">
                  <a16:creationId xmlns:a16="http://schemas.microsoft.com/office/drawing/2014/main" id="{60583D39-67B3-D156-1EF0-384DDF1FE851}"/>
                </a:ext>
              </a:extLst>
            </p:cNvPr>
            <p:cNvSpPr/>
            <p:nvPr/>
          </p:nvSpPr>
          <p:spPr>
            <a:xfrm>
              <a:off x="6688764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2 w 230121"/>
                <a:gd name="connsiteY2" fmla="*/ 115060 h 115059"/>
                <a:gd name="connsiteX3" fmla="*/ 115061 w 230121"/>
                <a:gd name="connsiteY3" fmla="*/ 115060 h 115059"/>
                <a:gd name="connsiteX4" fmla="*/ 171429 w 230121"/>
                <a:gd name="connsiteY4" fmla="*/ 115060 h 115059"/>
                <a:gd name="connsiteX5" fmla="*/ 221010 w 230121"/>
                <a:gd name="connsiteY5" fmla="*/ 89122 h 115059"/>
                <a:gd name="connsiteX6" fmla="*/ 184384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3" y="58165"/>
                    <a:pt x="9111" y="89122"/>
                  </a:cubicBezTo>
                  <a:cubicBezTo>
                    <a:pt x="23221" y="104244"/>
                    <a:pt x="38935" y="115060"/>
                    <a:pt x="58692" y="115060"/>
                  </a:cubicBezTo>
                  <a:lnTo>
                    <a:pt x="115061" y="115060"/>
                  </a:lnTo>
                  <a:lnTo>
                    <a:pt x="171429" y="115060"/>
                  </a:lnTo>
                  <a:cubicBezTo>
                    <a:pt x="191186" y="115060"/>
                    <a:pt x="206901" y="104244"/>
                    <a:pt x="221010" y="89122"/>
                  </a:cubicBezTo>
                  <a:cubicBezTo>
                    <a:pt x="249895" y="58165"/>
                    <a:pt x="202471" y="33424"/>
                    <a:pt x="184384" y="21309"/>
                  </a:cubicBezTo>
                  <a:cubicBezTo>
                    <a:pt x="141970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ihandform: Form 53">
              <a:extLst>
                <a:ext uri="{FF2B5EF4-FFF2-40B4-BE49-F238E27FC236}">
                  <a16:creationId xmlns:a16="http://schemas.microsoft.com/office/drawing/2014/main" id="{53BEA846-27FF-CCF9-4846-FF98AFF22620}"/>
                </a:ext>
              </a:extLst>
            </p:cNvPr>
            <p:cNvSpPr/>
            <p:nvPr/>
          </p:nvSpPr>
          <p:spPr>
            <a:xfrm>
              <a:off x="7033946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3 w 230121"/>
                <a:gd name="connsiteY2" fmla="*/ 115060 h 115059"/>
                <a:gd name="connsiteX3" fmla="*/ 115061 w 230121"/>
                <a:gd name="connsiteY3" fmla="*/ 115060 h 115059"/>
                <a:gd name="connsiteX4" fmla="*/ 171430 w 230121"/>
                <a:gd name="connsiteY4" fmla="*/ 115060 h 115059"/>
                <a:gd name="connsiteX5" fmla="*/ 221009 w 230121"/>
                <a:gd name="connsiteY5" fmla="*/ 89122 h 115059"/>
                <a:gd name="connsiteX6" fmla="*/ 184383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2" y="58165"/>
                    <a:pt x="9111" y="89122"/>
                  </a:cubicBezTo>
                  <a:cubicBezTo>
                    <a:pt x="23220" y="104244"/>
                    <a:pt x="38934" y="115060"/>
                    <a:pt x="58693" y="115060"/>
                  </a:cubicBezTo>
                  <a:lnTo>
                    <a:pt x="115061" y="115060"/>
                  </a:lnTo>
                  <a:lnTo>
                    <a:pt x="171430" y="115060"/>
                  </a:lnTo>
                  <a:cubicBezTo>
                    <a:pt x="191186" y="115060"/>
                    <a:pt x="206900" y="104244"/>
                    <a:pt x="221009" y="89122"/>
                  </a:cubicBezTo>
                  <a:cubicBezTo>
                    <a:pt x="249895" y="58165"/>
                    <a:pt x="202470" y="33424"/>
                    <a:pt x="184383" y="21309"/>
                  </a:cubicBezTo>
                  <a:cubicBezTo>
                    <a:pt x="141968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ihandform: Form 54">
              <a:extLst>
                <a:ext uri="{FF2B5EF4-FFF2-40B4-BE49-F238E27FC236}">
                  <a16:creationId xmlns:a16="http://schemas.microsoft.com/office/drawing/2014/main" id="{D06BA575-8D1D-B616-37F3-D17C9E540FEA}"/>
                </a:ext>
              </a:extLst>
            </p:cNvPr>
            <p:cNvSpPr/>
            <p:nvPr/>
          </p:nvSpPr>
          <p:spPr>
            <a:xfrm>
              <a:off x="6746294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3" y="115061"/>
                    <a:pt x="57530" y="115061"/>
                  </a:cubicBezTo>
                  <a:cubicBezTo>
                    <a:pt x="25757" y="115061"/>
                    <a:pt x="0" y="89304"/>
                    <a:pt x="0" y="57530"/>
                  </a:cubicBezTo>
                  <a:cubicBezTo>
                    <a:pt x="0" y="25756"/>
                    <a:pt x="25757" y="0"/>
                    <a:pt x="57530" y="0"/>
                  </a:cubicBezTo>
                  <a:cubicBezTo>
                    <a:pt x="89303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ihandform: Form 55">
              <a:extLst>
                <a:ext uri="{FF2B5EF4-FFF2-40B4-BE49-F238E27FC236}">
                  <a16:creationId xmlns:a16="http://schemas.microsoft.com/office/drawing/2014/main" id="{F1AD1FFA-7157-1433-5F53-4980271ECCCF}"/>
                </a:ext>
              </a:extLst>
            </p:cNvPr>
            <p:cNvSpPr/>
            <p:nvPr/>
          </p:nvSpPr>
          <p:spPr>
            <a:xfrm>
              <a:off x="7091477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1" y="115061"/>
                    <a:pt x="57530" y="115061"/>
                  </a:cubicBezTo>
                  <a:cubicBezTo>
                    <a:pt x="25756" y="115061"/>
                    <a:pt x="0" y="89304"/>
                    <a:pt x="0" y="57530"/>
                  </a:cubicBezTo>
                  <a:cubicBezTo>
                    <a:pt x="0" y="25756"/>
                    <a:pt x="25756" y="0"/>
                    <a:pt x="57530" y="0"/>
                  </a:cubicBezTo>
                  <a:cubicBezTo>
                    <a:pt x="89301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7" name="Rechteck 56">
            <a:extLst>
              <a:ext uri="{FF2B5EF4-FFF2-40B4-BE49-F238E27FC236}">
                <a16:creationId xmlns:a16="http://schemas.microsoft.com/office/drawing/2014/main" id="{7BAB74D6-21D0-89B9-F87A-6DB90AC04A3C}"/>
              </a:ext>
            </a:extLst>
          </p:cNvPr>
          <p:cNvSpPr/>
          <p:nvPr/>
        </p:nvSpPr>
        <p:spPr bwMode="gray">
          <a:xfrm>
            <a:off x="10091738" y="2319511"/>
            <a:ext cx="776638" cy="77663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7BD7D114-116E-69DB-F59D-43E8A11312EE}"/>
              </a:ext>
            </a:extLst>
          </p:cNvPr>
          <p:cNvGrpSpPr/>
          <p:nvPr/>
        </p:nvGrpSpPr>
        <p:grpSpPr>
          <a:xfrm>
            <a:off x="10255172" y="2482946"/>
            <a:ext cx="449768" cy="449766"/>
            <a:chOff x="6688764" y="2101930"/>
            <a:chExt cx="575303" cy="575302"/>
          </a:xfrm>
        </p:grpSpPr>
        <p:sp>
          <p:nvSpPr>
            <p:cNvPr id="59" name="Freihandform: Form 58">
              <a:extLst>
                <a:ext uri="{FF2B5EF4-FFF2-40B4-BE49-F238E27FC236}">
                  <a16:creationId xmlns:a16="http://schemas.microsoft.com/office/drawing/2014/main" id="{FECBC36C-60B2-AA25-26E3-2FD4C98AAA54}"/>
                </a:ext>
              </a:extLst>
            </p:cNvPr>
            <p:cNvSpPr/>
            <p:nvPr/>
          </p:nvSpPr>
          <p:spPr>
            <a:xfrm>
              <a:off x="6832589" y="2101930"/>
              <a:ext cx="287650" cy="258886"/>
            </a:xfrm>
            <a:custGeom>
              <a:avLst/>
              <a:gdLst>
                <a:gd name="connsiteX0" fmla="*/ 0 w 287650"/>
                <a:gd name="connsiteY0" fmla="*/ 115061 h 258886"/>
                <a:gd name="connsiteX1" fmla="*/ 0 w 287650"/>
                <a:gd name="connsiteY1" fmla="*/ 86296 h 258886"/>
                <a:gd name="connsiteX2" fmla="*/ 12638 w 287650"/>
                <a:gd name="connsiteY2" fmla="*/ 12638 h 258886"/>
                <a:gd name="connsiteX3" fmla="*/ 86296 w 287650"/>
                <a:gd name="connsiteY3" fmla="*/ 0 h 258886"/>
                <a:gd name="connsiteX4" fmla="*/ 201355 w 287650"/>
                <a:gd name="connsiteY4" fmla="*/ 0 h 258886"/>
                <a:gd name="connsiteX5" fmla="*/ 275014 w 287650"/>
                <a:gd name="connsiteY5" fmla="*/ 12638 h 258886"/>
                <a:gd name="connsiteX6" fmla="*/ 287651 w 287650"/>
                <a:gd name="connsiteY6" fmla="*/ 86296 h 258886"/>
                <a:gd name="connsiteX7" fmla="*/ 287651 w 287650"/>
                <a:gd name="connsiteY7" fmla="*/ 115061 h 258886"/>
                <a:gd name="connsiteX8" fmla="*/ 275014 w 287650"/>
                <a:gd name="connsiteY8" fmla="*/ 188718 h 258886"/>
                <a:gd name="connsiteX9" fmla="*/ 201355 w 287650"/>
                <a:gd name="connsiteY9" fmla="*/ 201356 h 258886"/>
                <a:gd name="connsiteX10" fmla="*/ 172590 w 287650"/>
                <a:gd name="connsiteY10" fmla="*/ 201356 h 258886"/>
                <a:gd name="connsiteX11" fmla="*/ 86296 w 287650"/>
                <a:gd name="connsiteY11" fmla="*/ 258887 h 258886"/>
                <a:gd name="connsiteX12" fmla="*/ 86296 w 287650"/>
                <a:gd name="connsiteY12" fmla="*/ 201356 h 258886"/>
                <a:gd name="connsiteX13" fmla="*/ 12638 w 287650"/>
                <a:gd name="connsiteY13" fmla="*/ 188718 h 258886"/>
                <a:gd name="connsiteX14" fmla="*/ 0 w 287650"/>
                <a:gd name="connsiteY14" fmla="*/ 115061 h 25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650" h="258886">
                  <a:moveTo>
                    <a:pt x="0" y="115061"/>
                  </a:moveTo>
                  <a:lnTo>
                    <a:pt x="0" y="86296"/>
                  </a:lnTo>
                  <a:cubicBezTo>
                    <a:pt x="0" y="45616"/>
                    <a:pt x="0" y="25275"/>
                    <a:pt x="12638" y="12638"/>
                  </a:cubicBezTo>
                  <a:cubicBezTo>
                    <a:pt x="25275" y="0"/>
                    <a:pt x="45616" y="0"/>
                    <a:pt x="86296" y="0"/>
                  </a:cubicBezTo>
                  <a:lnTo>
                    <a:pt x="201355" y="0"/>
                  </a:lnTo>
                  <a:cubicBezTo>
                    <a:pt x="242038" y="0"/>
                    <a:pt x="262377" y="0"/>
                    <a:pt x="275014" y="12638"/>
                  </a:cubicBezTo>
                  <a:cubicBezTo>
                    <a:pt x="287651" y="25275"/>
                    <a:pt x="287651" y="45616"/>
                    <a:pt x="287651" y="86296"/>
                  </a:cubicBezTo>
                  <a:lnTo>
                    <a:pt x="287651" y="115061"/>
                  </a:lnTo>
                  <a:cubicBezTo>
                    <a:pt x="287651" y="155741"/>
                    <a:pt x="287651" y="176081"/>
                    <a:pt x="275014" y="188718"/>
                  </a:cubicBezTo>
                  <a:cubicBezTo>
                    <a:pt x="262377" y="201356"/>
                    <a:pt x="242038" y="201356"/>
                    <a:pt x="201355" y="201356"/>
                  </a:cubicBezTo>
                  <a:lnTo>
                    <a:pt x="172590" y="201356"/>
                  </a:lnTo>
                  <a:lnTo>
                    <a:pt x="86296" y="258887"/>
                  </a:lnTo>
                  <a:lnTo>
                    <a:pt x="86296" y="201356"/>
                  </a:lnTo>
                  <a:cubicBezTo>
                    <a:pt x="45616" y="201356"/>
                    <a:pt x="25275" y="201356"/>
                    <a:pt x="12638" y="188718"/>
                  </a:cubicBezTo>
                  <a:cubicBezTo>
                    <a:pt x="0" y="176081"/>
                    <a:pt x="0" y="155741"/>
                    <a:pt x="0" y="11506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ihandform: Form 59">
              <a:extLst>
                <a:ext uri="{FF2B5EF4-FFF2-40B4-BE49-F238E27FC236}">
                  <a16:creationId xmlns:a16="http://schemas.microsoft.com/office/drawing/2014/main" id="{94B18C07-88ED-CCE3-ABA5-ED2036BA5873}"/>
                </a:ext>
              </a:extLst>
            </p:cNvPr>
            <p:cNvSpPr/>
            <p:nvPr/>
          </p:nvSpPr>
          <p:spPr>
            <a:xfrm>
              <a:off x="6688764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2 w 230121"/>
                <a:gd name="connsiteY2" fmla="*/ 115060 h 115059"/>
                <a:gd name="connsiteX3" fmla="*/ 115061 w 230121"/>
                <a:gd name="connsiteY3" fmla="*/ 115060 h 115059"/>
                <a:gd name="connsiteX4" fmla="*/ 171429 w 230121"/>
                <a:gd name="connsiteY4" fmla="*/ 115060 h 115059"/>
                <a:gd name="connsiteX5" fmla="*/ 221010 w 230121"/>
                <a:gd name="connsiteY5" fmla="*/ 89122 h 115059"/>
                <a:gd name="connsiteX6" fmla="*/ 184384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3" y="58165"/>
                    <a:pt x="9111" y="89122"/>
                  </a:cubicBezTo>
                  <a:cubicBezTo>
                    <a:pt x="23221" y="104244"/>
                    <a:pt x="38935" y="115060"/>
                    <a:pt x="58692" y="115060"/>
                  </a:cubicBezTo>
                  <a:lnTo>
                    <a:pt x="115061" y="115060"/>
                  </a:lnTo>
                  <a:lnTo>
                    <a:pt x="171429" y="115060"/>
                  </a:lnTo>
                  <a:cubicBezTo>
                    <a:pt x="191186" y="115060"/>
                    <a:pt x="206901" y="104244"/>
                    <a:pt x="221010" y="89122"/>
                  </a:cubicBezTo>
                  <a:cubicBezTo>
                    <a:pt x="249895" y="58165"/>
                    <a:pt x="202471" y="33424"/>
                    <a:pt x="184384" y="21309"/>
                  </a:cubicBezTo>
                  <a:cubicBezTo>
                    <a:pt x="141970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ihandform: Form 60">
              <a:extLst>
                <a:ext uri="{FF2B5EF4-FFF2-40B4-BE49-F238E27FC236}">
                  <a16:creationId xmlns:a16="http://schemas.microsoft.com/office/drawing/2014/main" id="{016CE874-BEA7-1098-6444-1676B576EE98}"/>
                </a:ext>
              </a:extLst>
            </p:cNvPr>
            <p:cNvSpPr/>
            <p:nvPr/>
          </p:nvSpPr>
          <p:spPr>
            <a:xfrm>
              <a:off x="7033946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3 w 230121"/>
                <a:gd name="connsiteY2" fmla="*/ 115060 h 115059"/>
                <a:gd name="connsiteX3" fmla="*/ 115061 w 230121"/>
                <a:gd name="connsiteY3" fmla="*/ 115060 h 115059"/>
                <a:gd name="connsiteX4" fmla="*/ 171430 w 230121"/>
                <a:gd name="connsiteY4" fmla="*/ 115060 h 115059"/>
                <a:gd name="connsiteX5" fmla="*/ 221009 w 230121"/>
                <a:gd name="connsiteY5" fmla="*/ 89122 h 115059"/>
                <a:gd name="connsiteX6" fmla="*/ 184383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2" y="58165"/>
                    <a:pt x="9111" y="89122"/>
                  </a:cubicBezTo>
                  <a:cubicBezTo>
                    <a:pt x="23220" y="104244"/>
                    <a:pt x="38934" y="115060"/>
                    <a:pt x="58693" y="115060"/>
                  </a:cubicBezTo>
                  <a:lnTo>
                    <a:pt x="115061" y="115060"/>
                  </a:lnTo>
                  <a:lnTo>
                    <a:pt x="171430" y="115060"/>
                  </a:lnTo>
                  <a:cubicBezTo>
                    <a:pt x="191186" y="115060"/>
                    <a:pt x="206900" y="104244"/>
                    <a:pt x="221009" y="89122"/>
                  </a:cubicBezTo>
                  <a:cubicBezTo>
                    <a:pt x="249895" y="58165"/>
                    <a:pt x="202470" y="33424"/>
                    <a:pt x="184383" y="21309"/>
                  </a:cubicBezTo>
                  <a:cubicBezTo>
                    <a:pt x="141968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ihandform: Form 61">
              <a:extLst>
                <a:ext uri="{FF2B5EF4-FFF2-40B4-BE49-F238E27FC236}">
                  <a16:creationId xmlns:a16="http://schemas.microsoft.com/office/drawing/2014/main" id="{B89AA61D-513A-12AA-785B-202631535199}"/>
                </a:ext>
              </a:extLst>
            </p:cNvPr>
            <p:cNvSpPr/>
            <p:nvPr/>
          </p:nvSpPr>
          <p:spPr>
            <a:xfrm>
              <a:off x="6746294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3" y="115061"/>
                    <a:pt x="57530" y="115061"/>
                  </a:cubicBezTo>
                  <a:cubicBezTo>
                    <a:pt x="25757" y="115061"/>
                    <a:pt x="0" y="89304"/>
                    <a:pt x="0" y="57530"/>
                  </a:cubicBezTo>
                  <a:cubicBezTo>
                    <a:pt x="0" y="25756"/>
                    <a:pt x="25757" y="0"/>
                    <a:pt x="57530" y="0"/>
                  </a:cubicBezTo>
                  <a:cubicBezTo>
                    <a:pt x="89303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ihandform: Form 62">
              <a:extLst>
                <a:ext uri="{FF2B5EF4-FFF2-40B4-BE49-F238E27FC236}">
                  <a16:creationId xmlns:a16="http://schemas.microsoft.com/office/drawing/2014/main" id="{C8A19F80-0B1C-3745-4C6E-031CBB486D30}"/>
                </a:ext>
              </a:extLst>
            </p:cNvPr>
            <p:cNvSpPr/>
            <p:nvPr/>
          </p:nvSpPr>
          <p:spPr>
            <a:xfrm>
              <a:off x="7091477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1" y="115061"/>
                    <a:pt x="57530" y="115061"/>
                  </a:cubicBezTo>
                  <a:cubicBezTo>
                    <a:pt x="25756" y="115061"/>
                    <a:pt x="0" y="89304"/>
                    <a:pt x="0" y="57530"/>
                  </a:cubicBezTo>
                  <a:cubicBezTo>
                    <a:pt x="0" y="25756"/>
                    <a:pt x="25756" y="0"/>
                    <a:pt x="57530" y="0"/>
                  </a:cubicBezTo>
                  <a:cubicBezTo>
                    <a:pt x="89301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8BA5508B-B129-D2DB-4026-EEFF3B61B0BD}"/>
              </a:ext>
            </a:extLst>
          </p:cNvPr>
          <p:cNvCxnSpPr>
            <a:cxnSpLocks/>
          </p:cNvCxnSpPr>
          <p:nvPr/>
        </p:nvCxnSpPr>
        <p:spPr bwMode="gray">
          <a:xfrm>
            <a:off x="4259263" y="4545124"/>
            <a:ext cx="1727125" cy="0"/>
          </a:xfrm>
          <a:prstGeom prst="line">
            <a:avLst/>
          </a:prstGeom>
          <a:ln w="31750">
            <a:solidFill>
              <a:schemeClr val="bg2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B08F69C0-F55A-7195-BE24-187C341411F0}"/>
              </a:ext>
            </a:extLst>
          </p:cNvPr>
          <p:cNvCxnSpPr>
            <a:cxnSpLocks/>
          </p:cNvCxnSpPr>
          <p:nvPr/>
        </p:nvCxnSpPr>
        <p:spPr bwMode="gray">
          <a:xfrm>
            <a:off x="4259263" y="4941168"/>
            <a:ext cx="1727125" cy="0"/>
          </a:xfrm>
          <a:prstGeom prst="line">
            <a:avLst/>
          </a:prstGeom>
          <a:ln w="31750">
            <a:solidFill>
              <a:schemeClr val="bg2"/>
            </a:solidFill>
            <a:headEnd type="arrow" w="lg" len="med"/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37BBD73C-AEF2-E69B-0BBD-FA04E4EA60F2}"/>
              </a:ext>
            </a:extLst>
          </p:cNvPr>
          <p:cNvGrpSpPr/>
          <p:nvPr/>
        </p:nvGrpSpPr>
        <p:grpSpPr>
          <a:xfrm>
            <a:off x="6203950" y="4317176"/>
            <a:ext cx="432000" cy="432000"/>
            <a:chOff x="6203950" y="3335951"/>
            <a:chExt cx="432000" cy="432000"/>
          </a:xfrm>
        </p:grpSpPr>
        <p:sp>
          <p:nvSpPr>
            <p:cNvPr id="67" name="Ellipse 66">
              <a:extLst>
                <a:ext uri="{FF2B5EF4-FFF2-40B4-BE49-F238E27FC236}">
                  <a16:creationId xmlns:a16="http://schemas.microsoft.com/office/drawing/2014/main" id="{1584017A-028A-8C42-4633-8A0E440A8B1A}"/>
                </a:ext>
              </a:extLst>
            </p:cNvPr>
            <p:cNvSpPr/>
            <p:nvPr/>
          </p:nvSpPr>
          <p:spPr bwMode="gray">
            <a:xfrm>
              <a:off x="6203950" y="3335951"/>
              <a:ext cx="432000" cy="432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39BEF768-D0FC-A274-35FE-245E0C7C218B}"/>
                </a:ext>
              </a:extLst>
            </p:cNvPr>
            <p:cNvGrpSpPr/>
            <p:nvPr/>
          </p:nvGrpSpPr>
          <p:grpSpPr>
            <a:xfrm>
              <a:off x="6302270" y="3464037"/>
              <a:ext cx="235360" cy="175828"/>
              <a:chOff x="6240016" y="2717304"/>
              <a:chExt cx="470719" cy="351656"/>
            </a:xfrm>
          </p:grpSpPr>
          <p:cxnSp>
            <p:nvCxnSpPr>
              <p:cNvPr id="69" name="Gerader Verbinder 68">
                <a:extLst>
                  <a:ext uri="{FF2B5EF4-FFF2-40B4-BE49-F238E27FC236}">
                    <a16:creationId xmlns:a16="http://schemas.microsoft.com/office/drawing/2014/main" id="{EDD85D7E-11F5-F490-F266-B7DBCAD506BB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Gerader Verbinder 69">
                <a:extLst>
                  <a:ext uri="{FF2B5EF4-FFF2-40B4-BE49-F238E27FC236}">
                    <a16:creationId xmlns:a16="http://schemas.microsoft.com/office/drawing/2014/main" id="{4B26B0B6-CC2E-5359-6EB7-A567FE6C9A51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C458C1CA-E2AC-D097-EB2A-C309C83F9C37}"/>
              </a:ext>
            </a:extLst>
          </p:cNvPr>
          <p:cNvGrpSpPr/>
          <p:nvPr/>
        </p:nvGrpSpPr>
        <p:grpSpPr>
          <a:xfrm>
            <a:off x="6744025" y="3808868"/>
            <a:ext cx="432000" cy="432000"/>
            <a:chOff x="6817001" y="3335951"/>
            <a:chExt cx="432000" cy="432000"/>
          </a:xfrm>
        </p:grpSpPr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28B6906F-366E-59FF-D0A2-46CF62B06502}"/>
                </a:ext>
              </a:extLst>
            </p:cNvPr>
            <p:cNvSpPr/>
            <p:nvPr/>
          </p:nvSpPr>
          <p:spPr bwMode="gray">
            <a:xfrm>
              <a:off x="6817001" y="3335951"/>
              <a:ext cx="432000" cy="432000"/>
            </a:xfrm>
            <a:prstGeom prst="ellipse">
              <a:avLst/>
            </a:prstGeom>
            <a:solidFill>
              <a:srgbClr val="D3001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8027CA8A-A1D8-799B-A80A-5EA8C576C1A5}"/>
                </a:ext>
              </a:extLst>
            </p:cNvPr>
            <p:cNvGrpSpPr/>
            <p:nvPr/>
          </p:nvGrpSpPr>
          <p:grpSpPr>
            <a:xfrm>
              <a:off x="6945062" y="3464012"/>
              <a:ext cx="175878" cy="175878"/>
              <a:chOff x="7104112" y="2564904"/>
              <a:chExt cx="360313" cy="360313"/>
            </a:xfrm>
          </p:grpSpPr>
          <p:cxnSp>
            <p:nvCxnSpPr>
              <p:cNvPr id="74" name="Gerader Verbinder 73">
                <a:extLst>
                  <a:ext uri="{FF2B5EF4-FFF2-40B4-BE49-F238E27FC236}">
                    <a16:creationId xmlns:a16="http://schemas.microsoft.com/office/drawing/2014/main" id="{657D7A03-6108-2DAA-C42F-8A696E68E937}"/>
                  </a:ext>
                </a:extLst>
              </p:cNvPr>
              <p:cNvCxnSpPr/>
              <p:nvPr/>
            </p:nvCxnSpPr>
            <p:spPr bwMode="gray">
              <a:xfrm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Gerader Verbinder 74">
                <a:extLst>
                  <a:ext uri="{FF2B5EF4-FFF2-40B4-BE49-F238E27FC236}">
                    <a16:creationId xmlns:a16="http://schemas.microsoft.com/office/drawing/2014/main" id="{BA5376A9-EED7-CB98-D8FE-7783DD73BB7F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F666CB4C-BD9E-FBE5-290B-E36B972BC216}"/>
              </a:ext>
            </a:extLst>
          </p:cNvPr>
          <p:cNvGrpSpPr/>
          <p:nvPr/>
        </p:nvGrpSpPr>
        <p:grpSpPr>
          <a:xfrm>
            <a:off x="6203950" y="3808868"/>
            <a:ext cx="432000" cy="432000"/>
            <a:chOff x="6203950" y="2825279"/>
            <a:chExt cx="432000" cy="432000"/>
          </a:xfrm>
        </p:grpSpPr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6E24BFD3-44B7-1302-1653-D1F22AE496EE}"/>
                </a:ext>
              </a:extLst>
            </p:cNvPr>
            <p:cNvSpPr/>
            <p:nvPr/>
          </p:nvSpPr>
          <p:spPr bwMode="gray">
            <a:xfrm>
              <a:off x="6203950" y="2825279"/>
              <a:ext cx="432000" cy="432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B6E59228-8EA5-A0FB-09FB-E11F66594E30}"/>
                </a:ext>
              </a:extLst>
            </p:cNvPr>
            <p:cNvGrpSpPr/>
            <p:nvPr/>
          </p:nvGrpSpPr>
          <p:grpSpPr>
            <a:xfrm>
              <a:off x="6302270" y="2953365"/>
              <a:ext cx="235360" cy="175828"/>
              <a:chOff x="6240016" y="2717304"/>
              <a:chExt cx="470719" cy="351656"/>
            </a:xfrm>
          </p:grpSpPr>
          <p:cxnSp>
            <p:nvCxnSpPr>
              <p:cNvPr id="79" name="Gerader Verbinder 78">
                <a:extLst>
                  <a:ext uri="{FF2B5EF4-FFF2-40B4-BE49-F238E27FC236}">
                    <a16:creationId xmlns:a16="http://schemas.microsoft.com/office/drawing/2014/main" id="{61980072-8D78-49F7-D7EF-25D9005D9C2E}"/>
                  </a:ext>
                </a:extLst>
              </p:cNvPr>
              <p:cNvCxnSpPr/>
              <p:nvPr/>
            </p:nvCxnSpPr>
            <p:spPr bwMode="gray">
              <a:xfrm>
                <a:off x="6240016" y="2924944"/>
                <a:ext cx="144016" cy="14401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Gerader Verbinder 79">
                <a:extLst>
                  <a:ext uri="{FF2B5EF4-FFF2-40B4-BE49-F238E27FC236}">
                    <a16:creationId xmlns:a16="http://schemas.microsoft.com/office/drawing/2014/main" id="{F9C068EC-7DDE-0BE1-5DCB-CDBDAABBC5D4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6359080" y="2717304"/>
                <a:ext cx="351655" cy="35165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Gruppieren 80">
            <a:extLst>
              <a:ext uri="{FF2B5EF4-FFF2-40B4-BE49-F238E27FC236}">
                <a16:creationId xmlns:a16="http://schemas.microsoft.com/office/drawing/2014/main" id="{50C1A842-A18C-F9D4-68E7-C0CBEBD71E86}"/>
              </a:ext>
            </a:extLst>
          </p:cNvPr>
          <p:cNvGrpSpPr/>
          <p:nvPr/>
        </p:nvGrpSpPr>
        <p:grpSpPr>
          <a:xfrm>
            <a:off x="6744026" y="4317176"/>
            <a:ext cx="432000" cy="432000"/>
            <a:chOff x="6817001" y="2825279"/>
            <a:chExt cx="432000" cy="432000"/>
          </a:xfrm>
        </p:grpSpPr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081C0127-27B1-DFE1-17FC-1D5FD0446E25}"/>
                </a:ext>
              </a:extLst>
            </p:cNvPr>
            <p:cNvSpPr/>
            <p:nvPr/>
          </p:nvSpPr>
          <p:spPr bwMode="gray">
            <a:xfrm>
              <a:off x="6817001" y="2825279"/>
              <a:ext cx="432000" cy="43200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83" name="Gruppieren 82">
              <a:extLst>
                <a:ext uri="{FF2B5EF4-FFF2-40B4-BE49-F238E27FC236}">
                  <a16:creationId xmlns:a16="http://schemas.microsoft.com/office/drawing/2014/main" id="{61171802-356D-A8C1-9A9F-1E1DEB780C2F}"/>
                </a:ext>
              </a:extLst>
            </p:cNvPr>
            <p:cNvGrpSpPr/>
            <p:nvPr/>
          </p:nvGrpSpPr>
          <p:grpSpPr>
            <a:xfrm>
              <a:off x="6945062" y="2953341"/>
              <a:ext cx="175878" cy="175878"/>
              <a:chOff x="7104112" y="2564904"/>
              <a:chExt cx="360313" cy="360313"/>
            </a:xfrm>
          </p:grpSpPr>
          <p:cxnSp>
            <p:nvCxnSpPr>
              <p:cNvPr id="84" name="Gerader Verbinder 83">
                <a:extLst>
                  <a:ext uri="{FF2B5EF4-FFF2-40B4-BE49-F238E27FC236}">
                    <a16:creationId xmlns:a16="http://schemas.microsoft.com/office/drawing/2014/main" id="{947F71DF-2B07-CB2A-1D55-F0ED3A8506BC}"/>
                  </a:ext>
                </a:extLst>
              </p:cNvPr>
              <p:cNvCxnSpPr/>
              <p:nvPr/>
            </p:nvCxnSpPr>
            <p:spPr bwMode="gray">
              <a:xfrm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Gerader Verbinder 84">
                <a:extLst>
                  <a:ext uri="{FF2B5EF4-FFF2-40B4-BE49-F238E27FC236}">
                    <a16:creationId xmlns:a16="http://schemas.microsoft.com/office/drawing/2014/main" id="{E0AF9BF9-264B-EE73-841E-F5CCD5D22BE3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flipH="1">
                <a:off x="7104112" y="2564904"/>
                <a:ext cx="360313" cy="360313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233B8600-088D-CF03-64AA-D5955F0DC066}"/>
              </a:ext>
            </a:extLst>
          </p:cNvPr>
          <p:cNvGrpSpPr/>
          <p:nvPr/>
        </p:nvGrpSpPr>
        <p:grpSpPr>
          <a:xfrm>
            <a:off x="7824175" y="3808868"/>
            <a:ext cx="432000" cy="432000"/>
            <a:chOff x="7852556" y="4044252"/>
            <a:chExt cx="432000" cy="432000"/>
          </a:xfrm>
        </p:grpSpPr>
        <p:sp>
          <p:nvSpPr>
            <p:cNvPr id="87" name="Textplatzhalter 76">
              <a:extLst>
                <a:ext uri="{FF2B5EF4-FFF2-40B4-BE49-F238E27FC236}">
                  <a16:creationId xmlns:a16="http://schemas.microsoft.com/office/drawing/2014/main" id="{A8A06AD1-B999-B82A-74D4-A059AA58B3E3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852556" y="4044252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en-US" sz="1000" dirty="0">
                <a:solidFill>
                  <a:schemeClr val="bg1"/>
                </a:solidFill>
              </a:endParaRPr>
            </a:p>
          </p:txBody>
        </p:sp>
        <p:cxnSp>
          <p:nvCxnSpPr>
            <p:cNvPr id="88" name="Gerader Verbinder 87">
              <a:extLst>
                <a:ext uri="{FF2B5EF4-FFF2-40B4-BE49-F238E27FC236}">
                  <a16:creationId xmlns:a16="http://schemas.microsoft.com/office/drawing/2014/main" id="{FF785329-0F1C-F582-C803-0880E11877BE}"/>
                </a:ext>
              </a:extLst>
            </p:cNvPr>
            <p:cNvCxnSpPr>
              <a:cxnSpLocks/>
            </p:cNvCxnSpPr>
            <p:nvPr/>
          </p:nvCxnSpPr>
          <p:spPr bwMode="gray">
            <a:xfrm flipV="1">
              <a:off x="7983387" y="4175083"/>
              <a:ext cx="170338" cy="170338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9" name="Gruppieren 88">
            <a:extLst>
              <a:ext uri="{FF2B5EF4-FFF2-40B4-BE49-F238E27FC236}">
                <a16:creationId xmlns:a16="http://schemas.microsoft.com/office/drawing/2014/main" id="{743FB759-66AA-6F86-FDBE-1DEE2AE435B3}"/>
              </a:ext>
            </a:extLst>
          </p:cNvPr>
          <p:cNvGrpSpPr/>
          <p:nvPr/>
        </p:nvGrpSpPr>
        <p:grpSpPr>
          <a:xfrm>
            <a:off x="7284100" y="3808868"/>
            <a:ext cx="432000" cy="432000"/>
            <a:chOff x="7320136" y="4043360"/>
            <a:chExt cx="432000" cy="432000"/>
          </a:xfrm>
        </p:grpSpPr>
        <p:sp>
          <p:nvSpPr>
            <p:cNvPr id="90" name="Textplatzhalter 76">
              <a:extLst>
                <a:ext uri="{FF2B5EF4-FFF2-40B4-BE49-F238E27FC236}">
                  <a16:creationId xmlns:a16="http://schemas.microsoft.com/office/drawing/2014/main" id="{87293CE0-6E30-DEC5-7C74-BE89240F9878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en-US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91" name="Gerader Verbinder 90">
              <a:extLst>
                <a:ext uri="{FF2B5EF4-FFF2-40B4-BE49-F238E27FC236}">
                  <a16:creationId xmlns:a16="http://schemas.microsoft.com/office/drawing/2014/main" id="{4D00FE8D-B05B-4DA8-E3C0-05BFF56F7D4B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platzhalter 76">
            <a:extLst>
              <a:ext uri="{FF2B5EF4-FFF2-40B4-BE49-F238E27FC236}">
                <a16:creationId xmlns:a16="http://schemas.microsoft.com/office/drawing/2014/main" id="{E7AE81CF-6FFE-BE3E-C4C6-C9FA2FC36976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6203950" y="4876047"/>
            <a:ext cx="432000" cy="432000"/>
          </a:xfrm>
          <a:prstGeom prst="ellipse">
            <a:avLst/>
          </a:prstGeom>
          <a:solidFill>
            <a:schemeClr val="accent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1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93" name="Textplatzhalter 76">
            <a:extLst>
              <a:ext uri="{FF2B5EF4-FFF2-40B4-BE49-F238E27FC236}">
                <a16:creationId xmlns:a16="http://schemas.microsoft.com/office/drawing/2014/main" id="{62181BCF-58E5-9329-64F8-8AF12BFFD68B}"/>
              </a:ext>
            </a:extLst>
          </p:cNvPr>
          <p:cNvSpPr txBox="1">
            <a:spLocks noChangeAspect="1"/>
          </p:cNvSpPr>
          <p:nvPr/>
        </p:nvSpPr>
        <p:spPr bwMode="gray">
          <a:xfrm>
            <a:off x="6726018" y="4876047"/>
            <a:ext cx="432000" cy="432000"/>
          </a:xfrm>
          <a:prstGeom prst="ellipse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Segoe UI" panose="020B0502040204020203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8" algn="ctr">
              <a:lnSpc>
                <a:spcPct val="100000"/>
              </a:lnSpc>
            </a:pPr>
            <a:r>
              <a:rPr lang="en-US" sz="1600" dirty="0">
                <a:solidFill>
                  <a:schemeClr val="bg1"/>
                </a:solidFill>
              </a:rPr>
              <a:t>1</a:t>
            </a:r>
            <a:endParaRPr lang="en-US" sz="1000" dirty="0">
              <a:solidFill>
                <a:schemeClr val="bg1"/>
              </a:solidFill>
            </a:endParaRPr>
          </a:p>
        </p:txBody>
      </p:sp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9A163DF5-4167-719B-DF31-A32FF3F2B6B4}"/>
              </a:ext>
            </a:extLst>
          </p:cNvPr>
          <p:cNvGrpSpPr/>
          <p:nvPr/>
        </p:nvGrpSpPr>
        <p:grpSpPr>
          <a:xfrm>
            <a:off x="7284102" y="4317176"/>
            <a:ext cx="432000" cy="432000"/>
            <a:chOff x="7320136" y="4043360"/>
            <a:chExt cx="432000" cy="432000"/>
          </a:xfrm>
        </p:grpSpPr>
        <p:sp>
          <p:nvSpPr>
            <p:cNvPr id="95" name="Textplatzhalter 76">
              <a:extLst>
                <a:ext uri="{FF2B5EF4-FFF2-40B4-BE49-F238E27FC236}">
                  <a16:creationId xmlns:a16="http://schemas.microsoft.com/office/drawing/2014/main" id="{AC5FB212-701C-4201-1128-4EE0AAE95C9A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en-US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Gerader Verbinder 95">
              <a:extLst>
                <a:ext uri="{FF2B5EF4-FFF2-40B4-BE49-F238E27FC236}">
                  <a16:creationId xmlns:a16="http://schemas.microsoft.com/office/drawing/2014/main" id="{151BD771-22E7-0F7B-2731-EBDBC15F3893}"/>
                </a:ext>
              </a:extLst>
            </p:cNvPr>
            <p:cNvCxnSpPr>
              <a:cxnSpLocks/>
            </p:cNvCxnSpPr>
            <p:nvPr/>
          </p:nvCxnSpPr>
          <p:spPr bwMode="gray">
            <a:xfrm rot="18900000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F0C88C93-FC14-7B07-41D8-F1BE9F514F04}"/>
              </a:ext>
            </a:extLst>
          </p:cNvPr>
          <p:cNvGrpSpPr/>
          <p:nvPr/>
        </p:nvGrpSpPr>
        <p:grpSpPr>
          <a:xfrm>
            <a:off x="7824178" y="4317176"/>
            <a:ext cx="432000" cy="432000"/>
            <a:chOff x="7320136" y="4043360"/>
            <a:chExt cx="432000" cy="432000"/>
          </a:xfrm>
        </p:grpSpPr>
        <p:sp>
          <p:nvSpPr>
            <p:cNvPr id="98" name="Textplatzhalter 76">
              <a:extLst>
                <a:ext uri="{FF2B5EF4-FFF2-40B4-BE49-F238E27FC236}">
                  <a16:creationId xmlns:a16="http://schemas.microsoft.com/office/drawing/2014/main" id="{54151B4B-7434-41B0-17DA-672F81ADDCC1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7320136" y="4043360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en-US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99" name="Gerader Verbinder 98">
              <a:extLst>
                <a:ext uri="{FF2B5EF4-FFF2-40B4-BE49-F238E27FC236}">
                  <a16:creationId xmlns:a16="http://schemas.microsoft.com/office/drawing/2014/main" id="{3041B2FC-E9E6-5B71-2EA2-CB4F1C68207E}"/>
                </a:ext>
              </a:extLst>
            </p:cNvPr>
            <p:cNvCxnSpPr>
              <a:cxnSpLocks/>
            </p:cNvCxnSpPr>
            <p:nvPr/>
          </p:nvCxnSpPr>
          <p:spPr bwMode="gray">
            <a:xfrm rot="2700000" flipH="1">
              <a:off x="7452228" y="4175452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73053005-91FB-2067-5EE6-5D880E097455}"/>
              </a:ext>
            </a:extLst>
          </p:cNvPr>
          <p:cNvGrpSpPr/>
          <p:nvPr/>
        </p:nvGrpSpPr>
        <p:grpSpPr>
          <a:xfrm>
            <a:off x="8382465" y="4858626"/>
            <a:ext cx="432000" cy="432000"/>
            <a:chOff x="8364252" y="4432331"/>
            <a:chExt cx="432000" cy="432000"/>
          </a:xfrm>
        </p:grpSpPr>
        <p:sp>
          <p:nvSpPr>
            <p:cNvPr id="101" name="Textplatzhalter 76">
              <a:extLst>
                <a:ext uri="{FF2B5EF4-FFF2-40B4-BE49-F238E27FC236}">
                  <a16:creationId xmlns:a16="http://schemas.microsoft.com/office/drawing/2014/main" id="{EB33F16A-F302-BACB-EBDE-BE9A9DE1254F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8364252" y="4432331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en-US" sz="1000" b="0" dirty="0">
                <a:solidFill>
                  <a:schemeClr val="bg1"/>
                </a:solidFill>
              </a:endParaRPr>
            </a:p>
          </p:txBody>
        </p:sp>
        <p:grpSp>
          <p:nvGrpSpPr>
            <p:cNvPr id="102" name="Gruppieren 101">
              <a:extLst>
                <a:ext uri="{FF2B5EF4-FFF2-40B4-BE49-F238E27FC236}">
                  <a16:creationId xmlns:a16="http://schemas.microsoft.com/office/drawing/2014/main" id="{EA60FCD1-2875-261B-19B4-18042D1323E6}"/>
                </a:ext>
              </a:extLst>
            </p:cNvPr>
            <p:cNvGrpSpPr/>
            <p:nvPr/>
          </p:nvGrpSpPr>
          <p:grpSpPr>
            <a:xfrm>
              <a:off x="8502892" y="4623186"/>
              <a:ext cx="154720" cy="50291"/>
              <a:chOff x="8508268" y="4617132"/>
              <a:chExt cx="154720" cy="50291"/>
            </a:xfrm>
          </p:grpSpPr>
          <p:cxnSp>
            <p:nvCxnSpPr>
              <p:cNvPr id="103" name="Gerader Verbinder 102">
                <a:extLst>
                  <a:ext uri="{FF2B5EF4-FFF2-40B4-BE49-F238E27FC236}">
                    <a16:creationId xmlns:a16="http://schemas.microsoft.com/office/drawing/2014/main" id="{6E20E945-0DBD-51E1-B13C-0EC20AC9149A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8508268" y="4617132"/>
                <a:ext cx="154720" cy="0"/>
              </a:xfrm>
              <a:prstGeom prst="line">
                <a:avLst/>
              </a:prstGeom>
              <a:ln w="19050">
                <a:solidFill>
                  <a:schemeClr val="accent1">
                    <a:lumMod val="20000"/>
                    <a:lumOff val="80000"/>
                  </a:schemeClr>
                </a:solidFill>
                <a:tailEnd type="non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Gerader Verbinder 103">
                <a:extLst>
                  <a:ext uri="{FF2B5EF4-FFF2-40B4-BE49-F238E27FC236}">
                    <a16:creationId xmlns:a16="http://schemas.microsoft.com/office/drawing/2014/main" id="{22EDE03E-FE80-616E-C6B0-7FFB7B71EB7D}"/>
                  </a:ext>
                </a:extLst>
              </p:cNvPr>
              <p:cNvCxnSpPr/>
              <p:nvPr/>
            </p:nvCxnSpPr>
            <p:spPr bwMode="gray">
              <a:xfrm>
                <a:off x="8508268" y="4667423"/>
                <a:ext cx="154720" cy="0"/>
              </a:xfrm>
              <a:prstGeom prst="line">
                <a:avLst/>
              </a:prstGeom>
              <a:ln w="19050">
                <a:solidFill>
                  <a:schemeClr val="accent1">
                    <a:lumMod val="20000"/>
                    <a:lumOff val="80000"/>
                  </a:schemeClr>
                </a:solidFill>
                <a:tailEnd type="non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5" name="Gruppieren 104">
            <a:extLst>
              <a:ext uri="{FF2B5EF4-FFF2-40B4-BE49-F238E27FC236}">
                <a16:creationId xmlns:a16="http://schemas.microsoft.com/office/drawing/2014/main" id="{BD761EEE-042E-4614-7EC9-F31521F7C769}"/>
              </a:ext>
            </a:extLst>
          </p:cNvPr>
          <p:cNvGrpSpPr/>
          <p:nvPr/>
        </p:nvGrpSpPr>
        <p:grpSpPr>
          <a:xfrm>
            <a:off x="7284100" y="4876047"/>
            <a:ext cx="432000" cy="432000"/>
            <a:chOff x="8364252" y="3919563"/>
            <a:chExt cx="432000" cy="432000"/>
          </a:xfrm>
        </p:grpSpPr>
        <p:sp>
          <p:nvSpPr>
            <p:cNvPr id="106" name="Textplatzhalter 76">
              <a:extLst>
                <a:ext uri="{FF2B5EF4-FFF2-40B4-BE49-F238E27FC236}">
                  <a16:creationId xmlns:a16="http://schemas.microsoft.com/office/drawing/2014/main" id="{3054749B-27A4-5A45-C849-B92DE3B1AD0E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8364252" y="3919563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en-US" sz="1000" b="0" dirty="0">
                <a:solidFill>
                  <a:schemeClr val="bg1"/>
                </a:solidFill>
              </a:endParaRPr>
            </a:p>
          </p:txBody>
        </p:sp>
        <p:grpSp>
          <p:nvGrpSpPr>
            <p:cNvPr id="107" name="Gruppieren 106">
              <a:extLst>
                <a:ext uri="{FF2B5EF4-FFF2-40B4-BE49-F238E27FC236}">
                  <a16:creationId xmlns:a16="http://schemas.microsoft.com/office/drawing/2014/main" id="{B0FF1E60-DABD-1046-BBBC-E44E84FDCC83}"/>
                </a:ext>
              </a:extLst>
            </p:cNvPr>
            <p:cNvGrpSpPr/>
            <p:nvPr/>
          </p:nvGrpSpPr>
          <p:grpSpPr>
            <a:xfrm>
              <a:off x="8502892" y="4058203"/>
              <a:ext cx="154720" cy="154720"/>
              <a:chOff x="8508268" y="4570882"/>
              <a:chExt cx="154720" cy="154720"/>
            </a:xfrm>
          </p:grpSpPr>
          <p:cxnSp>
            <p:nvCxnSpPr>
              <p:cNvPr id="108" name="Gerader Verbinder 107">
                <a:extLst>
                  <a:ext uri="{FF2B5EF4-FFF2-40B4-BE49-F238E27FC236}">
                    <a16:creationId xmlns:a16="http://schemas.microsoft.com/office/drawing/2014/main" id="{9A7FF922-C5F5-D369-A250-4839AB32A29B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>
                <a:off x="8508268" y="4648242"/>
                <a:ext cx="154720" cy="0"/>
              </a:xfrm>
              <a:prstGeom prst="line">
                <a:avLst/>
              </a:prstGeom>
              <a:ln w="19050">
                <a:solidFill>
                  <a:schemeClr val="accent1">
                    <a:lumMod val="20000"/>
                    <a:lumOff val="80000"/>
                  </a:schemeClr>
                </a:solidFill>
                <a:tailEnd type="non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Gerader Verbinder 108">
                <a:extLst>
                  <a:ext uri="{FF2B5EF4-FFF2-40B4-BE49-F238E27FC236}">
                    <a16:creationId xmlns:a16="http://schemas.microsoft.com/office/drawing/2014/main" id="{317BA5BB-5CB8-B0E0-EF84-EB31D1FB133E}"/>
                  </a:ext>
                </a:extLst>
              </p:cNvPr>
              <p:cNvCxnSpPr>
                <a:cxnSpLocks/>
              </p:cNvCxnSpPr>
              <p:nvPr/>
            </p:nvCxnSpPr>
            <p:spPr bwMode="gray">
              <a:xfrm rot="5400000">
                <a:off x="8508268" y="4648242"/>
                <a:ext cx="154720" cy="0"/>
              </a:xfrm>
              <a:prstGeom prst="line">
                <a:avLst/>
              </a:prstGeom>
              <a:ln w="19050">
                <a:solidFill>
                  <a:schemeClr val="accent1">
                    <a:lumMod val="20000"/>
                    <a:lumOff val="80000"/>
                  </a:schemeClr>
                </a:solidFill>
                <a:tailEnd type="non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582B460E-09C5-C9D6-8D19-0C71C9C002A3}"/>
              </a:ext>
            </a:extLst>
          </p:cNvPr>
          <p:cNvGrpSpPr/>
          <p:nvPr/>
        </p:nvGrpSpPr>
        <p:grpSpPr>
          <a:xfrm>
            <a:off x="7824175" y="4862226"/>
            <a:ext cx="432000" cy="432000"/>
            <a:chOff x="8364252" y="3919563"/>
            <a:chExt cx="432000" cy="432000"/>
          </a:xfrm>
        </p:grpSpPr>
        <p:sp>
          <p:nvSpPr>
            <p:cNvPr id="111" name="Textplatzhalter 76">
              <a:extLst>
                <a:ext uri="{FF2B5EF4-FFF2-40B4-BE49-F238E27FC236}">
                  <a16:creationId xmlns:a16="http://schemas.microsoft.com/office/drawing/2014/main" id="{15477143-A602-950D-A96A-5FF8F0FCCA43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8364252" y="3919563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en-US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12" name="Gerader Verbinder 111">
              <a:extLst>
                <a:ext uri="{FF2B5EF4-FFF2-40B4-BE49-F238E27FC236}">
                  <a16:creationId xmlns:a16="http://schemas.microsoft.com/office/drawing/2014/main" id="{F65DAEEF-6E25-0BEF-6C49-6C0A48C25129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8502892" y="4135563"/>
              <a:ext cx="154720" cy="0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none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Textplatzhalter 22">
            <a:extLst>
              <a:ext uri="{FF2B5EF4-FFF2-40B4-BE49-F238E27FC236}">
                <a16:creationId xmlns:a16="http://schemas.microsoft.com/office/drawing/2014/main" id="{9A139915-460C-666B-06EB-383E051B5F39}"/>
              </a:ext>
            </a:extLst>
          </p:cNvPr>
          <p:cNvSpPr txBox="1">
            <a:spLocks/>
          </p:cNvSpPr>
          <p:nvPr/>
        </p:nvSpPr>
        <p:spPr bwMode="gray">
          <a:xfrm>
            <a:off x="6203950" y="2652985"/>
            <a:ext cx="2592302" cy="793061"/>
          </a:xfrm>
          <a:prstGeom prst="rect">
            <a:avLst/>
          </a:prstGeom>
          <a:solidFill>
            <a:schemeClr val="tx1"/>
          </a:solidFill>
        </p:spPr>
        <p:txBody>
          <a:bodyPr vert="horz" lIns="144000" tIns="144000" rIns="144000" bIns="14400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Font typeface="Wingdings" panose="05000000000000000000" pitchFamily="2" charset="2"/>
              <a:buChar char="§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Font typeface="+mj-lt"/>
              <a:buAutoNum type="arabicPeriod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Font typeface="+mj-lt"/>
              <a:buAutoNum type="alphaLcPeriod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Standard text box with bullet point</a:t>
            </a:r>
          </a:p>
        </p:txBody>
      </p:sp>
      <p:grpSp>
        <p:nvGrpSpPr>
          <p:cNvPr id="114" name="Gruppieren 113">
            <a:extLst>
              <a:ext uri="{FF2B5EF4-FFF2-40B4-BE49-F238E27FC236}">
                <a16:creationId xmlns:a16="http://schemas.microsoft.com/office/drawing/2014/main" id="{AAF2FBCF-D631-0B49-3CF8-778E9DAE12EA}"/>
              </a:ext>
            </a:extLst>
          </p:cNvPr>
          <p:cNvGrpSpPr/>
          <p:nvPr/>
        </p:nvGrpSpPr>
        <p:grpSpPr>
          <a:xfrm>
            <a:off x="11207320" y="1651682"/>
            <a:ext cx="449768" cy="449766"/>
            <a:chOff x="6688764" y="2101930"/>
            <a:chExt cx="575303" cy="575302"/>
          </a:xfrm>
        </p:grpSpPr>
        <p:sp>
          <p:nvSpPr>
            <p:cNvPr id="115" name="Freihandform: Form 114">
              <a:extLst>
                <a:ext uri="{FF2B5EF4-FFF2-40B4-BE49-F238E27FC236}">
                  <a16:creationId xmlns:a16="http://schemas.microsoft.com/office/drawing/2014/main" id="{412D2403-F1BC-8775-2265-A2D3A5B37DDA}"/>
                </a:ext>
              </a:extLst>
            </p:cNvPr>
            <p:cNvSpPr/>
            <p:nvPr/>
          </p:nvSpPr>
          <p:spPr>
            <a:xfrm>
              <a:off x="6832589" y="2101930"/>
              <a:ext cx="287650" cy="258886"/>
            </a:xfrm>
            <a:custGeom>
              <a:avLst/>
              <a:gdLst>
                <a:gd name="connsiteX0" fmla="*/ 0 w 287650"/>
                <a:gd name="connsiteY0" fmla="*/ 115061 h 258886"/>
                <a:gd name="connsiteX1" fmla="*/ 0 w 287650"/>
                <a:gd name="connsiteY1" fmla="*/ 86296 h 258886"/>
                <a:gd name="connsiteX2" fmla="*/ 12638 w 287650"/>
                <a:gd name="connsiteY2" fmla="*/ 12638 h 258886"/>
                <a:gd name="connsiteX3" fmla="*/ 86296 w 287650"/>
                <a:gd name="connsiteY3" fmla="*/ 0 h 258886"/>
                <a:gd name="connsiteX4" fmla="*/ 201355 w 287650"/>
                <a:gd name="connsiteY4" fmla="*/ 0 h 258886"/>
                <a:gd name="connsiteX5" fmla="*/ 275014 w 287650"/>
                <a:gd name="connsiteY5" fmla="*/ 12638 h 258886"/>
                <a:gd name="connsiteX6" fmla="*/ 287651 w 287650"/>
                <a:gd name="connsiteY6" fmla="*/ 86296 h 258886"/>
                <a:gd name="connsiteX7" fmla="*/ 287651 w 287650"/>
                <a:gd name="connsiteY7" fmla="*/ 115061 h 258886"/>
                <a:gd name="connsiteX8" fmla="*/ 275014 w 287650"/>
                <a:gd name="connsiteY8" fmla="*/ 188718 h 258886"/>
                <a:gd name="connsiteX9" fmla="*/ 201355 w 287650"/>
                <a:gd name="connsiteY9" fmla="*/ 201356 h 258886"/>
                <a:gd name="connsiteX10" fmla="*/ 172590 w 287650"/>
                <a:gd name="connsiteY10" fmla="*/ 201356 h 258886"/>
                <a:gd name="connsiteX11" fmla="*/ 86296 w 287650"/>
                <a:gd name="connsiteY11" fmla="*/ 258887 h 258886"/>
                <a:gd name="connsiteX12" fmla="*/ 86296 w 287650"/>
                <a:gd name="connsiteY12" fmla="*/ 201356 h 258886"/>
                <a:gd name="connsiteX13" fmla="*/ 12638 w 287650"/>
                <a:gd name="connsiteY13" fmla="*/ 188718 h 258886"/>
                <a:gd name="connsiteX14" fmla="*/ 0 w 287650"/>
                <a:gd name="connsiteY14" fmla="*/ 115061 h 25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650" h="258886">
                  <a:moveTo>
                    <a:pt x="0" y="115061"/>
                  </a:moveTo>
                  <a:lnTo>
                    <a:pt x="0" y="86296"/>
                  </a:lnTo>
                  <a:cubicBezTo>
                    <a:pt x="0" y="45616"/>
                    <a:pt x="0" y="25275"/>
                    <a:pt x="12638" y="12638"/>
                  </a:cubicBezTo>
                  <a:cubicBezTo>
                    <a:pt x="25275" y="0"/>
                    <a:pt x="45616" y="0"/>
                    <a:pt x="86296" y="0"/>
                  </a:cubicBezTo>
                  <a:lnTo>
                    <a:pt x="201355" y="0"/>
                  </a:lnTo>
                  <a:cubicBezTo>
                    <a:pt x="242038" y="0"/>
                    <a:pt x="262377" y="0"/>
                    <a:pt x="275014" y="12638"/>
                  </a:cubicBezTo>
                  <a:cubicBezTo>
                    <a:pt x="287651" y="25275"/>
                    <a:pt x="287651" y="45616"/>
                    <a:pt x="287651" y="86296"/>
                  </a:cubicBezTo>
                  <a:lnTo>
                    <a:pt x="287651" y="115061"/>
                  </a:lnTo>
                  <a:cubicBezTo>
                    <a:pt x="287651" y="155741"/>
                    <a:pt x="287651" y="176081"/>
                    <a:pt x="275014" y="188718"/>
                  </a:cubicBezTo>
                  <a:cubicBezTo>
                    <a:pt x="262377" y="201356"/>
                    <a:pt x="242038" y="201356"/>
                    <a:pt x="201355" y="201356"/>
                  </a:cubicBezTo>
                  <a:lnTo>
                    <a:pt x="172590" y="201356"/>
                  </a:lnTo>
                  <a:lnTo>
                    <a:pt x="86296" y="258887"/>
                  </a:lnTo>
                  <a:lnTo>
                    <a:pt x="86296" y="201356"/>
                  </a:lnTo>
                  <a:cubicBezTo>
                    <a:pt x="45616" y="201356"/>
                    <a:pt x="25275" y="201356"/>
                    <a:pt x="12638" y="188718"/>
                  </a:cubicBezTo>
                  <a:cubicBezTo>
                    <a:pt x="0" y="176081"/>
                    <a:pt x="0" y="155741"/>
                    <a:pt x="0" y="115061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ihandform: Form 115">
              <a:extLst>
                <a:ext uri="{FF2B5EF4-FFF2-40B4-BE49-F238E27FC236}">
                  <a16:creationId xmlns:a16="http://schemas.microsoft.com/office/drawing/2014/main" id="{2A942C2F-9A7B-9F7D-6815-ED9B1D91DCD7}"/>
                </a:ext>
              </a:extLst>
            </p:cNvPr>
            <p:cNvSpPr/>
            <p:nvPr/>
          </p:nvSpPr>
          <p:spPr>
            <a:xfrm>
              <a:off x="6688764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2 w 230121"/>
                <a:gd name="connsiteY2" fmla="*/ 115060 h 115059"/>
                <a:gd name="connsiteX3" fmla="*/ 115061 w 230121"/>
                <a:gd name="connsiteY3" fmla="*/ 115060 h 115059"/>
                <a:gd name="connsiteX4" fmla="*/ 171429 w 230121"/>
                <a:gd name="connsiteY4" fmla="*/ 115060 h 115059"/>
                <a:gd name="connsiteX5" fmla="*/ 221010 w 230121"/>
                <a:gd name="connsiteY5" fmla="*/ 89122 h 115059"/>
                <a:gd name="connsiteX6" fmla="*/ 184384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3" y="58165"/>
                    <a:pt x="9111" y="89122"/>
                  </a:cubicBezTo>
                  <a:cubicBezTo>
                    <a:pt x="23221" y="104244"/>
                    <a:pt x="38935" y="115060"/>
                    <a:pt x="58692" y="115060"/>
                  </a:cubicBezTo>
                  <a:lnTo>
                    <a:pt x="115061" y="115060"/>
                  </a:lnTo>
                  <a:lnTo>
                    <a:pt x="171429" y="115060"/>
                  </a:lnTo>
                  <a:cubicBezTo>
                    <a:pt x="191186" y="115060"/>
                    <a:pt x="206901" y="104244"/>
                    <a:pt x="221010" y="89122"/>
                  </a:cubicBezTo>
                  <a:cubicBezTo>
                    <a:pt x="249895" y="58165"/>
                    <a:pt x="202471" y="33424"/>
                    <a:pt x="184384" y="21309"/>
                  </a:cubicBezTo>
                  <a:cubicBezTo>
                    <a:pt x="141970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ihandform: Form 116">
              <a:extLst>
                <a:ext uri="{FF2B5EF4-FFF2-40B4-BE49-F238E27FC236}">
                  <a16:creationId xmlns:a16="http://schemas.microsoft.com/office/drawing/2014/main" id="{EB12213D-5C24-0679-61C6-A80CE44F69E5}"/>
                </a:ext>
              </a:extLst>
            </p:cNvPr>
            <p:cNvSpPr/>
            <p:nvPr/>
          </p:nvSpPr>
          <p:spPr>
            <a:xfrm>
              <a:off x="7033946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3 w 230121"/>
                <a:gd name="connsiteY2" fmla="*/ 115060 h 115059"/>
                <a:gd name="connsiteX3" fmla="*/ 115061 w 230121"/>
                <a:gd name="connsiteY3" fmla="*/ 115060 h 115059"/>
                <a:gd name="connsiteX4" fmla="*/ 171430 w 230121"/>
                <a:gd name="connsiteY4" fmla="*/ 115060 h 115059"/>
                <a:gd name="connsiteX5" fmla="*/ 221009 w 230121"/>
                <a:gd name="connsiteY5" fmla="*/ 89122 h 115059"/>
                <a:gd name="connsiteX6" fmla="*/ 184383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2" y="58165"/>
                    <a:pt x="9111" y="89122"/>
                  </a:cubicBezTo>
                  <a:cubicBezTo>
                    <a:pt x="23220" y="104244"/>
                    <a:pt x="38934" y="115060"/>
                    <a:pt x="58693" y="115060"/>
                  </a:cubicBezTo>
                  <a:lnTo>
                    <a:pt x="115061" y="115060"/>
                  </a:lnTo>
                  <a:lnTo>
                    <a:pt x="171430" y="115060"/>
                  </a:lnTo>
                  <a:cubicBezTo>
                    <a:pt x="191186" y="115060"/>
                    <a:pt x="206900" y="104244"/>
                    <a:pt x="221009" y="89122"/>
                  </a:cubicBezTo>
                  <a:cubicBezTo>
                    <a:pt x="249895" y="58165"/>
                    <a:pt x="202470" y="33424"/>
                    <a:pt x="184383" y="21309"/>
                  </a:cubicBezTo>
                  <a:cubicBezTo>
                    <a:pt x="141968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ihandform: Form 117">
              <a:extLst>
                <a:ext uri="{FF2B5EF4-FFF2-40B4-BE49-F238E27FC236}">
                  <a16:creationId xmlns:a16="http://schemas.microsoft.com/office/drawing/2014/main" id="{C185FF78-6E60-70B1-9896-D1E25FDC981E}"/>
                </a:ext>
              </a:extLst>
            </p:cNvPr>
            <p:cNvSpPr/>
            <p:nvPr/>
          </p:nvSpPr>
          <p:spPr>
            <a:xfrm>
              <a:off x="6746294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3" y="115061"/>
                    <a:pt x="57530" y="115061"/>
                  </a:cubicBezTo>
                  <a:cubicBezTo>
                    <a:pt x="25757" y="115061"/>
                    <a:pt x="0" y="89304"/>
                    <a:pt x="0" y="57530"/>
                  </a:cubicBezTo>
                  <a:cubicBezTo>
                    <a:pt x="0" y="25756"/>
                    <a:pt x="25757" y="0"/>
                    <a:pt x="57530" y="0"/>
                  </a:cubicBezTo>
                  <a:cubicBezTo>
                    <a:pt x="89303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ihandform: Form 118">
              <a:extLst>
                <a:ext uri="{FF2B5EF4-FFF2-40B4-BE49-F238E27FC236}">
                  <a16:creationId xmlns:a16="http://schemas.microsoft.com/office/drawing/2014/main" id="{C2EF202C-D21F-D55A-0F06-17AD70A3BD41}"/>
                </a:ext>
              </a:extLst>
            </p:cNvPr>
            <p:cNvSpPr/>
            <p:nvPr/>
          </p:nvSpPr>
          <p:spPr>
            <a:xfrm>
              <a:off x="7091477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1" y="115061"/>
                    <a:pt x="57530" y="115061"/>
                  </a:cubicBezTo>
                  <a:cubicBezTo>
                    <a:pt x="25756" y="115061"/>
                    <a:pt x="0" y="89304"/>
                    <a:pt x="0" y="57530"/>
                  </a:cubicBezTo>
                  <a:cubicBezTo>
                    <a:pt x="0" y="25756"/>
                    <a:pt x="25756" y="0"/>
                    <a:pt x="57530" y="0"/>
                  </a:cubicBezTo>
                  <a:cubicBezTo>
                    <a:pt x="89301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0" name="Gruppieren 119">
            <a:extLst>
              <a:ext uri="{FF2B5EF4-FFF2-40B4-BE49-F238E27FC236}">
                <a16:creationId xmlns:a16="http://schemas.microsoft.com/office/drawing/2014/main" id="{CA79FFF2-9EBE-E6E5-436E-85EB8B9F7A30}"/>
              </a:ext>
            </a:extLst>
          </p:cNvPr>
          <p:cNvGrpSpPr/>
          <p:nvPr/>
        </p:nvGrpSpPr>
        <p:grpSpPr>
          <a:xfrm>
            <a:off x="10255172" y="1651682"/>
            <a:ext cx="449768" cy="449766"/>
            <a:chOff x="6688764" y="2101930"/>
            <a:chExt cx="575303" cy="575302"/>
          </a:xfrm>
        </p:grpSpPr>
        <p:sp>
          <p:nvSpPr>
            <p:cNvPr id="121" name="Freihandform: Form 120">
              <a:extLst>
                <a:ext uri="{FF2B5EF4-FFF2-40B4-BE49-F238E27FC236}">
                  <a16:creationId xmlns:a16="http://schemas.microsoft.com/office/drawing/2014/main" id="{6C5D865C-B2D3-6D2F-495F-630ED8F8B6F8}"/>
                </a:ext>
              </a:extLst>
            </p:cNvPr>
            <p:cNvSpPr/>
            <p:nvPr/>
          </p:nvSpPr>
          <p:spPr>
            <a:xfrm>
              <a:off x="6832589" y="2101930"/>
              <a:ext cx="287650" cy="258886"/>
            </a:xfrm>
            <a:custGeom>
              <a:avLst/>
              <a:gdLst>
                <a:gd name="connsiteX0" fmla="*/ 0 w 287650"/>
                <a:gd name="connsiteY0" fmla="*/ 115061 h 258886"/>
                <a:gd name="connsiteX1" fmla="*/ 0 w 287650"/>
                <a:gd name="connsiteY1" fmla="*/ 86296 h 258886"/>
                <a:gd name="connsiteX2" fmla="*/ 12638 w 287650"/>
                <a:gd name="connsiteY2" fmla="*/ 12638 h 258886"/>
                <a:gd name="connsiteX3" fmla="*/ 86296 w 287650"/>
                <a:gd name="connsiteY3" fmla="*/ 0 h 258886"/>
                <a:gd name="connsiteX4" fmla="*/ 201355 w 287650"/>
                <a:gd name="connsiteY4" fmla="*/ 0 h 258886"/>
                <a:gd name="connsiteX5" fmla="*/ 275014 w 287650"/>
                <a:gd name="connsiteY5" fmla="*/ 12638 h 258886"/>
                <a:gd name="connsiteX6" fmla="*/ 287651 w 287650"/>
                <a:gd name="connsiteY6" fmla="*/ 86296 h 258886"/>
                <a:gd name="connsiteX7" fmla="*/ 287651 w 287650"/>
                <a:gd name="connsiteY7" fmla="*/ 115061 h 258886"/>
                <a:gd name="connsiteX8" fmla="*/ 275014 w 287650"/>
                <a:gd name="connsiteY8" fmla="*/ 188718 h 258886"/>
                <a:gd name="connsiteX9" fmla="*/ 201355 w 287650"/>
                <a:gd name="connsiteY9" fmla="*/ 201356 h 258886"/>
                <a:gd name="connsiteX10" fmla="*/ 172590 w 287650"/>
                <a:gd name="connsiteY10" fmla="*/ 201356 h 258886"/>
                <a:gd name="connsiteX11" fmla="*/ 86296 w 287650"/>
                <a:gd name="connsiteY11" fmla="*/ 258887 h 258886"/>
                <a:gd name="connsiteX12" fmla="*/ 86296 w 287650"/>
                <a:gd name="connsiteY12" fmla="*/ 201356 h 258886"/>
                <a:gd name="connsiteX13" fmla="*/ 12638 w 287650"/>
                <a:gd name="connsiteY13" fmla="*/ 188718 h 258886"/>
                <a:gd name="connsiteX14" fmla="*/ 0 w 287650"/>
                <a:gd name="connsiteY14" fmla="*/ 115061 h 258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7650" h="258886">
                  <a:moveTo>
                    <a:pt x="0" y="115061"/>
                  </a:moveTo>
                  <a:lnTo>
                    <a:pt x="0" y="86296"/>
                  </a:lnTo>
                  <a:cubicBezTo>
                    <a:pt x="0" y="45616"/>
                    <a:pt x="0" y="25275"/>
                    <a:pt x="12638" y="12638"/>
                  </a:cubicBezTo>
                  <a:cubicBezTo>
                    <a:pt x="25275" y="0"/>
                    <a:pt x="45616" y="0"/>
                    <a:pt x="86296" y="0"/>
                  </a:cubicBezTo>
                  <a:lnTo>
                    <a:pt x="201355" y="0"/>
                  </a:lnTo>
                  <a:cubicBezTo>
                    <a:pt x="242038" y="0"/>
                    <a:pt x="262377" y="0"/>
                    <a:pt x="275014" y="12638"/>
                  </a:cubicBezTo>
                  <a:cubicBezTo>
                    <a:pt x="287651" y="25275"/>
                    <a:pt x="287651" y="45616"/>
                    <a:pt x="287651" y="86296"/>
                  </a:cubicBezTo>
                  <a:lnTo>
                    <a:pt x="287651" y="115061"/>
                  </a:lnTo>
                  <a:cubicBezTo>
                    <a:pt x="287651" y="155741"/>
                    <a:pt x="287651" y="176081"/>
                    <a:pt x="275014" y="188718"/>
                  </a:cubicBezTo>
                  <a:cubicBezTo>
                    <a:pt x="262377" y="201356"/>
                    <a:pt x="242038" y="201356"/>
                    <a:pt x="201355" y="201356"/>
                  </a:cubicBezTo>
                  <a:lnTo>
                    <a:pt x="172590" y="201356"/>
                  </a:lnTo>
                  <a:lnTo>
                    <a:pt x="86296" y="258887"/>
                  </a:lnTo>
                  <a:lnTo>
                    <a:pt x="86296" y="201356"/>
                  </a:lnTo>
                  <a:cubicBezTo>
                    <a:pt x="45616" y="201356"/>
                    <a:pt x="25275" y="201356"/>
                    <a:pt x="12638" y="188718"/>
                  </a:cubicBezTo>
                  <a:cubicBezTo>
                    <a:pt x="0" y="176081"/>
                    <a:pt x="0" y="155741"/>
                    <a:pt x="0" y="1150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ihandform: Form 121">
              <a:extLst>
                <a:ext uri="{FF2B5EF4-FFF2-40B4-BE49-F238E27FC236}">
                  <a16:creationId xmlns:a16="http://schemas.microsoft.com/office/drawing/2014/main" id="{5338EFCD-4149-D817-AD61-D212658AD5FD}"/>
                </a:ext>
              </a:extLst>
            </p:cNvPr>
            <p:cNvSpPr/>
            <p:nvPr/>
          </p:nvSpPr>
          <p:spPr>
            <a:xfrm>
              <a:off x="6688764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2 w 230121"/>
                <a:gd name="connsiteY2" fmla="*/ 115060 h 115059"/>
                <a:gd name="connsiteX3" fmla="*/ 115061 w 230121"/>
                <a:gd name="connsiteY3" fmla="*/ 115060 h 115059"/>
                <a:gd name="connsiteX4" fmla="*/ 171429 w 230121"/>
                <a:gd name="connsiteY4" fmla="*/ 115060 h 115059"/>
                <a:gd name="connsiteX5" fmla="*/ 221010 w 230121"/>
                <a:gd name="connsiteY5" fmla="*/ 89122 h 115059"/>
                <a:gd name="connsiteX6" fmla="*/ 184384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3" y="58165"/>
                    <a:pt x="9111" y="89122"/>
                  </a:cubicBezTo>
                  <a:cubicBezTo>
                    <a:pt x="23221" y="104244"/>
                    <a:pt x="38935" y="115060"/>
                    <a:pt x="58692" y="115060"/>
                  </a:cubicBezTo>
                  <a:lnTo>
                    <a:pt x="115061" y="115060"/>
                  </a:lnTo>
                  <a:lnTo>
                    <a:pt x="171429" y="115060"/>
                  </a:lnTo>
                  <a:cubicBezTo>
                    <a:pt x="191186" y="115060"/>
                    <a:pt x="206901" y="104244"/>
                    <a:pt x="221010" y="89122"/>
                  </a:cubicBezTo>
                  <a:cubicBezTo>
                    <a:pt x="249895" y="58165"/>
                    <a:pt x="202471" y="33424"/>
                    <a:pt x="184384" y="21309"/>
                  </a:cubicBezTo>
                  <a:cubicBezTo>
                    <a:pt x="141970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ihandform: Form 122">
              <a:extLst>
                <a:ext uri="{FF2B5EF4-FFF2-40B4-BE49-F238E27FC236}">
                  <a16:creationId xmlns:a16="http://schemas.microsoft.com/office/drawing/2014/main" id="{57992E14-0385-E58A-DDA7-C77C770C0B42}"/>
                </a:ext>
              </a:extLst>
            </p:cNvPr>
            <p:cNvSpPr/>
            <p:nvPr/>
          </p:nvSpPr>
          <p:spPr>
            <a:xfrm>
              <a:off x="7033946" y="2562173"/>
              <a:ext cx="230121" cy="115059"/>
            </a:xfrm>
            <a:custGeom>
              <a:avLst/>
              <a:gdLst>
                <a:gd name="connsiteX0" fmla="*/ 45737 w 230121"/>
                <a:gd name="connsiteY0" fmla="*/ 21309 h 115059"/>
                <a:gd name="connsiteX1" fmla="*/ 9111 w 230121"/>
                <a:gd name="connsiteY1" fmla="*/ 89122 h 115059"/>
                <a:gd name="connsiteX2" fmla="*/ 58693 w 230121"/>
                <a:gd name="connsiteY2" fmla="*/ 115060 h 115059"/>
                <a:gd name="connsiteX3" fmla="*/ 115061 w 230121"/>
                <a:gd name="connsiteY3" fmla="*/ 115060 h 115059"/>
                <a:gd name="connsiteX4" fmla="*/ 171430 w 230121"/>
                <a:gd name="connsiteY4" fmla="*/ 115060 h 115059"/>
                <a:gd name="connsiteX5" fmla="*/ 221009 w 230121"/>
                <a:gd name="connsiteY5" fmla="*/ 89122 h 115059"/>
                <a:gd name="connsiteX6" fmla="*/ 184383 w 230121"/>
                <a:gd name="connsiteY6" fmla="*/ 21309 h 115059"/>
                <a:gd name="connsiteX7" fmla="*/ 45737 w 230121"/>
                <a:gd name="connsiteY7" fmla="*/ 21309 h 115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0121" h="115059">
                  <a:moveTo>
                    <a:pt x="45737" y="21309"/>
                  </a:moveTo>
                  <a:cubicBezTo>
                    <a:pt x="27650" y="33424"/>
                    <a:pt x="-19772" y="58165"/>
                    <a:pt x="9111" y="89122"/>
                  </a:cubicBezTo>
                  <a:cubicBezTo>
                    <a:pt x="23220" y="104244"/>
                    <a:pt x="38934" y="115060"/>
                    <a:pt x="58693" y="115060"/>
                  </a:cubicBezTo>
                  <a:lnTo>
                    <a:pt x="115061" y="115060"/>
                  </a:lnTo>
                  <a:lnTo>
                    <a:pt x="171430" y="115060"/>
                  </a:lnTo>
                  <a:cubicBezTo>
                    <a:pt x="191186" y="115060"/>
                    <a:pt x="206900" y="104244"/>
                    <a:pt x="221009" y="89122"/>
                  </a:cubicBezTo>
                  <a:cubicBezTo>
                    <a:pt x="249895" y="58165"/>
                    <a:pt x="202470" y="33424"/>
                    <a:pt x="184383" y="21309"/>
                  </a:cubicBezTo>
                  <a:cubicBezTo>
                    <a:pt x="141968" y="-7103"/>
                    <a:pt x="88152" y="-7103"/>
                    <a:pt x="45737" y="21309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ihandform: Form 123">
              <a:extLst>
                <a:ext uri="{FF2B5EF4-FFF2-40B4-BE49-F238E27FC236}">
                  <a16:creationId xmlns:a16="http://schemas.microsoft.com/office/drawing/2014/main" id="{65E3DBBC-CC93-D98F-DC43-848FE72E8E70}"/>
                </a:ext>
              </a:extLst>
            </p:cNvPr>
            <p:cNvSpPr/>
            <p:nvPr/>
          </p:nvSpPr>
          <p:spPr>
            <a:xfrm>
              <a:off x="6746294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3" y="115061"/>
                    <a:pt x="57530" y="115061"/>
                  </a:cubicBezTo>
                  <a:cubicBezTo>
                    <a:pt x="25757" y="115061"/>
                    <a:pt x="0" y="89304"/>
                    <a:pt x="0" y="57530"/>
                  </a:cubicBezTo>
                  <a:cubicBezTo>
                    <a:pt x="0" y="25756"/>
                    <a:pt x="25757" y="0"/>
                    <a:pt x="57530" y="0"/>
                  </a:cubicBezTo>
                  <a:cubicBezTo>
                    <a:pt x="89303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ihandform: Form 124">
              <a:extLst>
                <a:ext uri="{FF2B5EF4-FFF2-40B4-BE49-F238E27FC236}">
                  <a16:creationId xmlns:a16="http://schemas.microsoft.com/office/drawing/2014/main" id="{E4D98C6C-CA48-DA54-341C-E6E1B1D5AB17}"/>
                </a:ext>
              </a:extLst>
            </p:cNvPr>
            <p:cNvSpPr/>
            <p:nvPr/>
          </p:nvSpPr>
          <p:spPr>
            <a:xfrm>
              <a:off x="7091477" y="2375199"/>
              <a:ext cx="115060" cy="115060"/>
            </a:xfrm>
            <a:custGeom>
              <a:avLst/>
              <a:gdLst>
                <a:gd name="connsiteX0" fmla="*/ 115061 w 115060"/>
                <a:gd name="connsiteY0" fmla="*/ 57530 h 115060"/>
                <a:gd name="connsiteX1" fmla="*/ 57530 w 115060"/>
                <a:gd name="connsiteY1" fmla="*/ 115061 h 115060"/>
                <a:gd name="connsiteX2" fmla="*/ 0 w 115060"/>
                <a:gd name="connsiteY2" fmla="*/ 57530 h 115060"/>
                <a:gd name="connsiteX3" fmla="*/ 57530 w 115060"/>
                <a:gd name="connsiteY3" fmla="*/ 0 h 115060"/>
                <a:gd name="connsiteX4" fmla="*/ 115061 w 115060"/>
                <a:gd name="connsiteY4" fmla="*/ 57530 h 115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60" h="115060">
                  <a:moveTo>
                    <a:pt x="115061" y="57530"/>
                  </a:moveTo>
                  <a:cubicBezTo>
                    <a:pt x="115061" y="89304"/>
                    <a:pt x="89301" y="115061"/>
                    <a:pt x="57530" y="115061"/>
                  </a:cubicBezTo>
                  <a:cubicBezTo>
                    <a:pt x="25756" y="115061"/>
                    <a:pt x="0" y="89304"/>
                    <a:pt x="0" y="57530"/>
                  </a:cubicBezTo>
                  <a:cubicBezTo>
                    <a:pt x="0" y="25756"/>
                    <a:pt x="25756" y="0"/>
                    <a:pt x="57530" y="0"/>
                  </a:cubicBezTo>
                  <a:cubicBezTo>
                    <a:pt x="89301" y="0"/>
                    <a:pt x="115061" y="25756"/>
                    <a:pt x="115061" y="5753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82141832-95A3-F955-336D-881C0903D16C}"/>
              </a:ext>
            </a:extLst>
          </p:cNvPr>
          <p:cNvGrpSpPr/>
          <p:nvPr/>
        </p:nvGrpSpPr>
        <p:grpSpPr>
          <a:xfrm>
            <a:off x="8394815" y="4317176"/>
            <a:ext cx="432000" cy="432000"/>
            <a:chOff x="8394815" y="4427287"/>
            <a:chExt cx="432000" cy="432000"/>
          </a:xfrm>
        </p:grpSpPr>
        <p:sp>
          <p:nvSpPr>
            <p:cNvPr id="127" name="Textplatzhalter 76">
              <a:extLst>
                <a:ext uri="{FF2B5EF4-FFF2-40B4-BE49-F238E27FC236}">
                  <a16:creationId xmlns:a16="http://schemas.microsoft.com/office/drawing/2014/main" id="{219933D4-47CB-EC13-02B1-9487B276E999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8394815" y="4427287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en-US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28" name="Gerader Verbinder 127">
              <a:extLst>
                <a:ext uri="{FF2B5EF4-FFF2-40B4-BE49-F238E27FC236}">
                  <a16:creationId xmlns:a16="http://schemas.microsoft.com/office/drawing/2014/main" id="{28D1C222-E3DE-FF35-2CFD-D476CD81772F}"/>
                </a:ext>
              </a:extLst>
            </p:cNvPr>
            <p:cNvCxnSpPr>
              <a:cxnSpLocks/>
            </p:cNvCxnSpPr>
            <p:nvPr/>
          </p:nvCxnSpPr>
          <p:spPr bwMode="gray">
            <a:xfrm rot="2700000">
              <a:off x="8526907" y="4559379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uppieren 128">
            <a:extLst>
              <a:ext uri="{FF2B5EF4-FFF2-40B4-BE49-F238E27FC236}">
                <a16:creationId xmlns:a16="http://schemas.microsoft.com/office/drawing/2014/main" id="{F6601FB4-70B3-6667-4A5C-E03BD078C0FB}"/>
              </a:ext>
            </a:extLst>
          </p:cNvPr>
          <p:cNvGrpSpPr/>
          <p:nvPr/>
        </p:nvGrpSpPr>
        <p:grpSpPr>
          <a:xfrm>
            <a:off x="8394815" y="3830451"/>
            <a:ext cx="432000" cy="432000"/>
            <a:chOff x="8394815" y="3940562"/>
            <a:chExt cx="432000" cy="432000"/>
          </a:xfrm>
        </p:grpSpPr>
        <p:sp>
          <p:nvSpPr>
            <p:cNvPr id="130" name="Textplatzhalter 76">
              <a:extLst>
                <a:ext uri="{FF2B5EF4-FFF2-40B4-BE49-F238E27FC236}">
                  <a16:creationId xmlns:a16="http://schemas.microsoft.com/office/drawing/2014/main" id="{5724853C-FB59-CF32-A63B-642921B36C3D}"/>
                </a:ext>
              </a:extLst>
            </p:cNvPr>
            <p:cNvSpPr txBox="1">
              <a:spLocks noChangeAspect="1"/>
            </p:cNvSpPr>
            <p:nvPr/>
          </p:nvSpPr>
          <p:spPr bwMode="gray">
            <a:xfrm>
              <a:off x="8394815" y="3940562"/>
              <a:ext cx="432000" cy="432000"/>
            </a:xfrm>
            <a:prstGeom prst="ellipse">
              <a:avLst/>
            </a:prstGeom>
            <a:solidFill>
              <a:schemeClr val="tx1"/>
            </a:solidFill>
          </p:spPr>
          <p:txBody>
            <a:bodyPr vert="horz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1pPr>
              <a:lvl2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2pPr>
              <a:lvl3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Font typeface="Segoe UI" panose="020B0502040204020203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4pPr>
              <a:lvl5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5pPr>
              <a:lvl6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ct val="80000"/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200" b="1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8" algn="ctr">
                <a:lnSpc>
                  <a:spcPct val="100000"/>
                </a:lnSpc>
              </a:pPr>
              <a:endParaRPr lang="en-US" sz="1000" b="0" dirty="0">
                <a:solidFill>
                  <a:schemeClr val="bg1"/>
                </a:solidFill>
              </a:endParaRPr>
            </a:p>
          </p:txBody>
        </p:sp>
        <p:cxnSp>
          <p:nvCxnSpPr>
            <p:cNvPr id="131" name="Gerader Verbinder 130">
              <a:extLst>
                <a:ext uri="{FF2B5EF4-FFF2-40B4-BE49-F238E27FC236}">
                  <a16:creationId xmlns:a16="http://schemas.microsoft.com/office/drawing/2014/main" id="{060EBDAE-9A2E-806B-7226-DEDDBFE8ACA5}"/>
                </a:ext>
              </a:extLst>
            </p:cNvPr>
            <p:cNvCxnSpPr>
              <a:cxnSpLocks/>
            </p:cNvCxnSpPr>
            <p:nvPr/>
          </p:nvCxnSpPr>
          <p:spPr bwMode="gray">
            <a:xfrm rot="8100000" flipH="1">
              <a:off x="8526907" y="4072654"/>
              <a:ext cx="167817" cy="167817"/>
            </a:xfrm>
            <a:prstGeom prst="line">
              <a:avLst/>
            </a:prstGeom>
            <a:ln w="19050">
              <a:solidFill>
                <a:schemeClr val="accent1">
                  <a:lumMod val="20000"/>
                  <a:lumOff val="80000"/>
                </a:schemeClr>
              </a:solidFill>
              <a:tailEnd type="arrow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platzhalter 2">
            <a:extLst>
              <a:ext uri="{FF2B5EF4-FFF2-40B4-BE49-F238E27FC236}">
                <a16:creationId xmlns:a16="http://schemas.microsoft.com/office/drawing/2014/main" id="{8FBDCCBD-FA35-44DB-C087-223FA188573E}"/>
              </a:ext>
            </a:extLst>
          </p:cNvPr>
          <p:cNvSpPr txBox="1">
            <a:spLocks/>
          </p:cNvSpPr>
          <p:nvPr/>
        </p:nvSpPr>
        <p:spPr bwMode="gray">
          <a:xfrm>
            <a:off x="6212787" y="1934978"/>
            <a:ext cx="2583465" cy="6927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Symbol" panose="05050102010706020507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27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85000"/>
              </a:lnSpc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Standard text box with bullet point</a:t>
            </a: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B9E3B6AC-13C4-8C53-44DE-9110B771B56C}"/>
              </a:ext>
            </a:extLst>
          </p:cNvPr>
          <p:cNvSpPr txBox="1">
            <a:spLocks/>
          </p:cNvSpPr>
          <p:nvPr/>
        </p:nvSpPr>
        <p:spPr bwMode="gray">
          <a:xfrm>
            <a:off x="9120187" y="5380790"/>
            <a:ext cx="2700338" cy="900585"/>
          </a:xfrm>
          <a:prstGeom prst="rect">
            <a:avLst/>
          </a:prstGeom>
          <a:blipFill dpi="0" rotWithShape="1">
            <a:blip r:embed="rId3">
              <a:grayscl/>
            </a:blip>
            <a:srcRect/>
            <a:stretch>
              <a:fillRect/>
            </a:stretch>
          </a:blipFill>
          <a:effectLst/>
        </p:spPr>
        <p:txBody>
          <a:bodyPr wrap="square" lIns="108000" tIns="0" rIns="0" bIns="108000" rtlCol="0" anchor="b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700" dirty="0">
                <a:solidFill>
                  <a:schemeClr val="bg1">
                    <a:alpha val="70000"/>
                  </a:schemeClr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© Picture source bottom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15A0448F-7C10-98D0-9523-27221B6CF26D}"/>
              </a:ext>
            </a:extLst>
          </p:cNvPr>
          <p:cNvSpPr txBox="1">
            <a:spLocks/>
          </p:cNvSpPr>
          <p:nvPr/>
        </p:nvSpPr>
        <p:spPr bwMode="gray">
          <a:xfrm>
            <a:off x="9120187" y="3824935"/>
            <a:ext cx="2700338" cy="900585"/>
          </a:xfrm>
          <a:prstGeom prst="rect">
            <a:avLst/>
          </a:prstGeom>
          <a:blipFill dpi="0" rotWithShape="1">
            <a:blip r:embed="rId4">
              <a:grayscl/>
            </a:blip>
            <a:srcRect/>
            <a:stretch>
              <a:fillRect/>
            </a:stretch>
          </a:blipFill>
          <a:effectLst/>
        </p:spPr>
        <p:txBody>
          <a:bodyPr wrap="square" lIns="108000" tIns="108000" rIns="0" bIns="108000" rtlCol="0" anchor="t">
            <a:noAutofit/>
          </a:bodyPr>
          <a:lstStyle/>
          <a:p>
            <a:pPr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700" dirty="0">
                <a:solidFill>
                  <a:schemeClr val="bg1">
                    <a:alpha val="70000"/>
                  </a:schemeClr>
                </a:solidFill>
                <a:ea typeface="Microsoft Sans Serif" panose="020B0604020202020204" pitchFamily="34" charset="0"/>
                <a:cs typeface="Microsoft Sans Serif" panose="020B0604020202020204" pitchFamily="34" charset="0"/>
              </a:rPr>
              <a:t>© Picture source top</a:t>
            </a:r>
          </a:p>
        </p:txBody>
      </p:sp>
    </p:spTree>
    <p:extLst>
      <p:ext uri="{BB962C8B-B14F-4D97-AF65-F5344CB8AC3E}">
        <p14:creationId xmlns:p14="http://schemas.microsoft.com/office/powerpoint/2010/main" val="208757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KIT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4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 defTabSz="914347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Wingdings" panose="05000000000000000000" pitchFamily="2" charset="2"/>
          <a:buChar char="§"/>
          <a:defRPr sz="1400" dirty="0" err="1" smtClean="0"/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KIT_Template_EN_06_EXP.potx" id="{9D79CB2B-911D-4C6F-9468-0737833AA29D}" vid="{B45BFACE-B4DC-43DC-87D8-5DEC4930479A}"/>
    </a:ext>
  </a:extLst>
</a:theme>
</file>

<file path=ppt/theme/theme2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KIT">
      <a:dk1>
        <a:srgbClr val="002D4C"/>
      </a:dk1>
      <a:lt1>
        <a:srgbClr val="FFFFFF"/>
      </a:lt1>
      <a:dk2>
        <a:srgbClr val="DAE1E6"/>
      </a:dk2>
      <a:lt2>
        <a:srgbClr val="A8B9C4"/>
      </a:lt2>
      <a:accent1>
        <a:srgbClr val="009682"/>
      </a:accent1>
      <a:accent2>
        <a:srgbClr val="005A50"/>
      </a:accent2>
      <a:accent3>
        <a:srgbClr val="23A1E0"/>
      </a:accent3>
      <a:accent4>
        <a:srgbClr val="0C537E"/>
      </a:accent4>
      <a:accent5>
        <a:srgbClr val="8CB63C"/>
      </a:accent5>
      <a:accent6>
        <a:srgbClr val="276738"/>
      </a:accent6>
      <a:hlink>
        <a:srgbClr val="009682"/>
      </a:hlink>
      <a:folHlink>
        <a:srgbClr val="002D4C"/>
      </a:folHlink>
    </a:clrScheme>
    <a:fontScheme name="KIT">
      <a:majorFont>
        <a:latin typeface="Franklin Gothic Medium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accent1"/>
        </a:solidFill>
        <a:ln w="3175">
          <a:solidFill>
            <a:schemeClr val="accent1"/>
          </a:solidFill>
        </a:ln>
      </a:spPr>
      <a:bodyPr wrap="square" lIns="144000" tIns="144000" rIns="144000" bIns="144000" rtlCol="0" anchor="ctr"/>
      <a:lstStyle>
        <a:defPPr algn="ctr"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0000" indent="-180000" algn="l">
          <a:lnSpc>
            <a:spcPct val="110000"/>
          </a:lnSpc>
          <a:spcBef>
            <a:spcPts val="300"/>
          </a:spcBef>
          <a:spcAft>
            <a:spcPts val="300"/>
          </a:spcAft>
          <a:buClr>
            <a:schemeClr val="accent1"/>
          </a:buClr>
          <a:buFont typeface="Wingdings" panose="05000000000000000000" pitchFamily="2" charset="2"/>
          <a:buChar char="§"/>
          <a:defRPr sz="1200" dirty="0" err="1" smtClean="0">
            <a:solidFill>
              <a:srgbClr val="000000"/>
            </a:solidFill>
          </a:defRPr>
        </a:defPPr>
      </a:lstStyle>
    </a:txDef>
  </a:objectDefaults>
  <a:extraClrSchemeLst/>
  <a:custClrLst>
    <a:custClr name="Schwarz">
      <a:srgbClr val="000000"/>
    </a:custClr>
    <a:custClr name="Pink">
      <a:srgbClr val="A3107C"/>
    </a:custClr>
    <a:custClr name="Orange">
      <a:srgbClr val="DF9B1B"/>
    </a:custClr>
    <a:custClr name="Gelb">
      <a:srgbClr val="FCE500"/>
    </a:custClr>
    <a:custClr name="Rot">
      <a:srgbClr val="D30015"/>
    </a:custClr>
    <a:custClr name="Braun">
      <a:srgbClr val="A7822E"/>
    </a:custClr>
  </a:custClr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2E5FD0FACC1A441A3B98524628D82BB" ma:contentTypeVersion="18" ma:contentTypeDescription="Ein neues Dokument erstellen." ma:contentTypeScope="" ma:versionID="ca91d1d73b96296e36ac805fd617baf7">
  <xsd:schema xmlns:xsd="http://www.w3.org/2001/XMLSchema" xmlns:xs="http://www.w3.org/2001/XMLSchema" xmlns:p="http://schemas.microsoft.com/office/2006/metadata/properties" xmlns:ns3="81b2a3e8-42da-4da6-905d-11a8afbb605c" xmlns:ns4="a316b092-a2a1-4f3b-b455-46c1e19af03e" targetNamespace="http://schemas.microsoft.com/office/2006/metadata/properties" ma:root="true" ma:fieldsID="c25dfe43a6d077542e50f2e8cf508a91" ns3:_="" ns4:_="">
    <xsd:import namespace="81b2a3e8-42da-4da6-905d-11a8afbb605c"/>
    <xsd:import namespace="a316b092-a2a1-4f3b-b455-46c1e19af03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Location" minOccurs="0"/>
                <xsd:element ref="ns4:MediaLengthInSeconds" minOccurs="0"/>
                <xsd:element ref="ns4:_activity" minOccurs="0"/>
                <xsd:element ref="ns4:MediaServiceSearchProperties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2a3e8-42da-4da6-905d-11a8afbb605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Freigabehinweis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16b092-a2a1-4f3b-b455-46c1e19af0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316b092-a2a1-4f3b-b455-46c1e19af03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9D8DE2-2B91-453A-899A-5D9038445F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1b2a3e8-42da-4da6-905d-11a8afbb605c"/>
    <ds:schemaRef ds:uri="a316b092-a2a1-4f3b-b455-46c1e19af03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159617-DEC9-404F-99CE-1D26659791CE}">
  <ds:schemaRefs>
    <ds:schemaRef ds:uri="http://purl.org/dc/dcmitype/"/>
    <ds:schemaRef ds:uri="http://purl.org/dc/elements/1.1/"/>
    <ds:schemaRef ds:uri="http://schemas.microsoft.com/office/infopath/2007/PartnerControls"/>
    <ds:schemaRef ds:uri="a316b092-a2a1-4f3b-b455-46c1e19af03e"/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documentManagement/types"/>
    <ds:schemaRef ds:uri="81b2a3e8-42da-4da6-905d-11a8afbb605c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E359DD4-3818-4294-9945-2CC7AB3D12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KIT_PPT Template_EN</Template>
  <TotalTime>535</TotalTime>
  <Words>1435</Words>
  <Application>Microsoft Office PowerPoint</Application>
  <PresentationFormat>Widescreen</PresentationFormat>
  <Paragraphs>314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Cambria Math</vt:lpstr>
      <vt:lpstr>Franklin Gothic Medium</vt:lpstr>
      <vt:lpstr>Microsoft Sans Serif</vt:lpstr>
      <vt:lpstr>Symbol</vt:lpstr>
      <vt:lpstr>Times New Roman</vt:lpstr>
      <vt:lpstr>Wingdings</vt:lpstr>
      <vt:lpstr>KIT</vt:lpstr>
      <vt:lpstr>Human-in-the-loop LLM-based Algorithm Design for Physics-aware Robotic Palletization with Stacking and Destacking </vt:lpstr>
      <vt:lpstr>Background &amp; Motivation – LLM-guided DRL for 3D-BPP</vt:lpstr>
      <vt:lpstr>Background &amp; Motivation –Heuristics for 3D-BPP</vt:lpstr>
      <vt:lpstr>Project Objectives – Our Framework</vt:lpstr>
      <vt:lpstr>Our Initial Idea about the Task</vt:lpstr>
      <vt:lpstr>Our Questions</vt:lpstr>
      <vt:lpstr>Pitch Pre</vt:lpstr>
      <vt:lpstr>Project roadmap</vt:lpstr>
      <vt:lpstr>Phase1 - Understand &amp; Decide</vt:lpstr>
      <vt:lpstr>Phase2 - Implementation &amp; Algorithm Development</vt:lpstr>
      <vt:lpstr>Phase3 - Experimental Evaluation &amp; Refinement</vt:lpstr>
      <vt:lpstr>Pitch Pre</vt:lpstr>
      <vt:lpstr>Measuring Results - Quantity Metrics</vt:lpstr>
      <vt:lpstr>Measuring Results - Data foundation</vt:lpstr>
      <vt:lpstr>Measuring Results - Baselines</vt:lpstr>
      <vt:lpstr>Measuring Results - Evaluation strategy </vt:lpstr>
      <vt:lpstr>Measuring results</vt:lpstr>
      <vt:lpstr>Pitch Pre</vt:lpstr>
      <vt:lpstr>PowerPoint Presentation</vt:lpstr>
      <vt:lpstr>PowerPoint Presentation</vt:lpstr>
      <vt:lpstr>Design elements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原敬 郭</dc:creator>
  <cp:lastModifiedBy>原敬 郭</cp:lastModifiedBy>
  <cp:revision>5</cp:revision>
  <dcterms:created xsi:type="dcterms:W3CDTF">2025-12-21T17:23:49Z</dcterms:created>
  <dcterms:modified xsi:type="dcterms:W3CDTF">2025-12-29T17:21:05Z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0x01010092E5FD0FACC1A441A3B98524628D82BB</vt:lpwstr>
  </property>
</Properties>
</file>